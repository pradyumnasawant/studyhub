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0706100" cy="7569200"/>
  <p:notesSz cx="10706100" cy="756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957" y="2346452"/>
            <a:ext cx="9100185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915" y="4238752"/>
            <a:ext cx="749427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5305" y="1740916"/>
            <a:ext cx="4657153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13641" y="1740916"/>
            <a:ext cx="4657153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564" y="417564"/>
            <a:ext cx="9929562" cy="55856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6696" y="1117810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997" y="583996"/>
            <a:ext cx="9538105" cy="851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5128" y="1305085"/>
            <a:ext cx="8218805" cy="429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40074" y="7039356"/>
            <a:ext cx="342595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5305" y="7039356"/>
            <a:ext cx="246240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708392" y="7039356"/>
            <a:ext cx="246240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32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33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4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7987" y="607987"/>
            <a:ext cx="9739630" cy="5478780"/>
            <a:chOff x="607987" y="607987"/>
            <a:chExt cx="9739630" cy="547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987" y="607987"/>
              <a:ext cx="9739436" cy="54786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7987" y="607987"/>
              <a:ext cx="9739630" cy="5478780"/>
            </a:xfrm>
            <a:custGeom>
              <a:avLst/>
              <a:gdLst/>
              <a:ahLst/>
              <a:cxnLst/>
              <a:rect l="l" t="t" r="r" b="b"/>
              <a:pathLst>
                <a:path w="9739630" h="5478780">
                  <a:moveTo>
                    <a:pt x="9739436" y="5478612"/>
                  </a:moveTo>
                  <a:lnTo>
                    <a:pt x="0" y="5478612"/>
                  </a:lnTo>
                  <a:lnTo>
                    <a:pt x="0" y="0"/>
                  </a:lnTo>
                  <a:lnTo>
                    <a:pt x="9739436" y="0"/>
                  </a:lnTo>
                  <a:lnTo>
                    <a:pt x="9739436" y="5478612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56061" y="2312344"/>
            <a:ext cx="2256155" cy="619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00" spc="-10">
                <a:solidFill>
                  <a:srgbClr val="FFFFFF"/>
                </a:solidFill>
              </a:rPr>
              <a:t>StudyHub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3357304" y="4216282"/>
            <a:ext cx="3853815" cy="87249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Venture</a:t>
            </a:r>
            <a:r>
              <a:rPr dirty="0" sz="2000" spc="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 b="1">
                <a:solidFill>
                  <a:srgbClr val="FFFFFF"/>
                </a:solidFill>
                <a:latin typeface="Times New Roman"/>
                <a:cs typeface="Times New Roman"/>
              </a:rPr>
              <a:t>Viability</a:t>
            </a:r>
            <a:r>
              <a:rPr dirty="0" sz="20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 b="1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MIT</a:t>
            </a:r>
            <a:r>
              <a:rPr dirty="0" sz="20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dirty="0" sz="20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imes New Roman"/>
                <a:cs typeface="Times New Roman"/>
              </a:rPr>
              <a:t>Peace</a:t>
            </a:r>
            <a:r>
              <a:rPr dirty="0" sz="20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Times New Roman"/>
                <a:cs typeface="Times New Roman"/>
              </a:rPr>
              <a:t>University,</a:t>
            </a:r>
            <a:r>
              <a:rPr dirty="0" sz="20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Pune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17" y="639932"/>
            <a:ext cx="798631" cy="415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56933" y="417564"/>
            <a:ext cx="3790315" cy="5586095"/>
            <a:chOff x="6556933" y="417564"/>
            <a:chExt cx="3790315" cy="5586095"/>
          </a:xfrm>
        </p:grpSpPr>
        <p:sp>
          <p:nvSpPr>
            <p:cNvPr id="3" name="object 3"/>
            <p:cNvSpPr/>
            <p:nvPr/>
          </p:nvSpPr>
          <p:spPr>
            <a:xfrm>
              <a:off x="8861233" y="417564"/>
              <a:ext cx="1485900" cy="5586095"/>
            </a:xfrm>
            <a:custGeom>
              <a:avLst/>
              <a:gdLst/>
              <a:ahLst/>
              <a:cxnLst/>
              <a:rect l="l" t="t" r="r" b="b"/>
              <a:pathLst>
                <a:path w="1485900" h="5586095">
                  <a:moveTo>
                    <a:pt x="1485893" y="5585686"/>
                  </a:moveTo>
                  <a:lnTo>
                    <a:pt x="0" y="5585686"/>
                  </a:lnTo>
                  <a:lnTo>
                    <a:pt x="0" y="0"/>
                  </a:lnTo>
                  <a:lnTo>
                    <a:pt x="1485893" y="0"/>
                  </a:lnTo>
                  <a:lnTo>
                    <a:pt x="1485893" y="558568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933" y="1125952"/>
              <a:ext cx="3436092" cy="416890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981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0281" y="1968205"/>
            <a:ext cx="2353945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10">
                <a:solidFill>
                  <a:srgbClr val="BF0000"/>
                </a:solidFill>
              </a:rPr>
              <a:t>StudyHub</a:t>
            </a:r>
            <a:endParaRPr sz="4100"/>
          </a:p>
        </p:txBody>
      </p:sp>
      <p:sp>
        <p:nvSpPr>
          <p:cNvPr id="7" name="object 7"/>
          <p:cNvSpPr txBox="1"/>
          <p:nvPr/>
        </p:nvSpPr>
        <p:spPr>
          <a:xfrm>
            <a:off x="600281" y="3759532"/>
            <a:ext cx="5266055" cy="5518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0"/>
              </a:spcBef>
            </a:pPr>
            <a:r>
              <a:rPr dirty="0" sz="1800">
                <a:latin typeface="Times New Roman"/>
                <a:cs typeface="Times New Roman"/>
              </a:rPr>
              <a:t>Study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Hub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centralizes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verified,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syllabus-aligned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study </a:t>
            </a:r>
            <a:r>
              <a:rPr dirty="0" sz="1800">
                <a:latin typeface="Times New Roman"/>
                <a:cs typeface="Times New Roman"/>
              </a:rPr>
              <a:t>resources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faster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exam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preparation.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281" y="5070459"/>
            <a:ext cx="3607435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latin typeface="Times New Roman"/>
                <a:cs typeface="Times New Roman"/>
              </a:rPr>
              <a:t>MIT</a:t>
            </a:r>
            <a:r>
              <a:rPr dirty="0" sz="1800" spc="10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World</a:t>
            </a:r>
            <a:r>
              <a:rPr dirty="0" sz="1800" spc="1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Peace</a:t>
            </a:r>
            <a:r>
              <a:rPr dirty="0" sz="1800" spc="1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University,</a:t>
            </a:r>
            <a:r>
              <a:rPr dirty="0" sz="1800" spc="19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Pune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4684" y="2168180"/>
            <a:ext cx="3664585" cy="203581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073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3450" spc="-10" b="1">
                <a:solidFill>
                  <a:srgbClr val="FFFFFF"/>
                </a:solidFill>
                <a:latin typeface="Times New Roman"/>
                <a:cs typeface="Times New Roman"/>
              </a:rPr>
              <a:t>Context</a:t>
            </a:r>
            <a:endParaRPr sz="3450">
              <a:latin typeface="Times New Roman"/>
              <a:cs typeface="Times New Roman"/>
            </a:endParaRPr>
          </a:p>
          <a:p>
            <a:pPr algn="ctr" marL="276860" marR="274955">
              <a:lnSpc>
                <a:spcPts val="1860"/>
              </a:lnSpc>
              <a:spcBef>
                <a:spcPts val="1025"/>
              </a:spcBef>
            </a:pP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dirty="0" sz="165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60%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65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65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Times New Roman"/>
                <a:cs typeface="Times New Roman"/>
              </a:rPr>
              <a:t>spend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excessive</a:t>
            </a:r>
            <a:r>
              <a:rPr dirty="0" sz="165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dirty="0" sz="165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searching</a:t>
            </a:r>
            <a:r>
              <a:rPr dirty="0" sz="165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65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Times New Roman"/>
                <a:cs typeface="Times New Roman"/>
              </a:rPr>
              <a:t>study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dirty="0" sz="165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dirty="0" sz="165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65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7564" y="5840402"/>
            <a:ext cx="9930130" cy="163195"/>
            <a:chOff x="417564" y="5840402"/>
            <a:chExt cx="9930130" cy="163195"/>
          </a:xfrm>
        </p:grpSpPr>
        <p:sp>
          <p:nvSpPr>
            <p:cNvPr id="4" name="object 4"/>
            <p:cNvSpPr/>
            <p:nvPr/>
          </p:nvSpPr>
          <p:spPr>
            <a:xfrm>
              <a:off x="417564" y="5840402"/>
              <a:ext cx="8758555" cy="81915"/>
            </a:xfrm>
            <a:custGeom>
              <a:avLst/>
              <a:gdLst/>
              <a:ahLst/>
              <a:cxnLst/>
              <a:rect l="l" t="t" r="r" b="b"/>
              <a:pathLst>
                <a:path w="8758555" h="81914">
                  <a:moveTo>
                    <a:pt x="0" y="81423"/>
                  </a:moveTo>
                  <a:lnTo>
                    <a:pt x="8758038" y="81423"/>
                  </a:lnTo>
                  <a:lnTo>
                    <a:pt x="8758038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7564" y="5921826"/>
              <a:ext cx="8758555" cy="81915"/>
            </a:xfrm>
            <a:custGeom>
              <a:avLst/>
              <a:gdLst/>
              <a:ahLst/>
              <a:cxnLst/>
              <a:rect l="l" t="t" r="r" b="b"/>
              <a:pathLst>
                <a:path w="8758555" h="81914">
                  <a:moveTo>
                    <a:pt x="0" y="81423"/>
                  </a:moveTo>
                  <a:lnTo>
                    <a:pt x="8758038" y="81423"/>
                  </a:lnTo>
                  <a:lnTo>
                    <a:pt x="8758038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75597" y="5840412"/>
              <a:ext cx="1171575" cy="163195"/>
            </a:xfrm>
            <a:custGeom>
              <a:avLst/>
              <a:gdLst/>
              <a:ahLst/>
              <a:cxnLst/>
              <a:rect l="l" t="t" r="r" b="b"/>
              <a:pathLst>
                <a:path w="1171575" h="163195">
                  <a:moveTo>
                    <a:pt x="1171524" y="0"/>
                  </a:moveTo>
                  <a:lnTo>
                    <a:pt x="1130020" y="0"/>
                  </a:lnTo>
                  <a:lnTo>
                    <a:pt x="182321" y="0"/>
                  </a:lnTo>
                  <a:lnTo>
                    <a:pt x="136639" y="0"/>
                  </a:lnTo>
                  <a:lnTo>
                    <a:pt x="0" y="162839"/>
                  </a:lnTo>
                  <a:lnTo>
                    <a:pt x="182321" y="162839"/>
                  </a:lnTo>
                  <a:lnTo>
                    <a:pt x="993368" y="162839"/>
                  </a:lnTo>
                  <a:lnTo>
                    <a:pt x="1171524" y="162839"/>
                  </a:lnTo>
                  <a:lnTo>
                    <a:pt x="1171524" y="0"/>
                  </a:lnTo>
                  <a:close/>
                </a:path>
              </a:pathLst>
            </a:custGeom>
            <a:solidFill>
              <a:srgbClr val="C131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17564" y="5819561"/>
            <a:ext cx="993013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64515">
              <a:lnSpc>
                <a:spcPct val="100000"/>
              </a:lnSpc>
              <a:spcBef>
                <a:spcPts val="125"/>
              </a:spcBef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1" y="2119325"/>
            <a:ext cx="5944235" cy="146621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  <a:p>
            <a:pPr marL="260350" marR="521970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struggle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reliable,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syllabus-specific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dirty="0" sz="1400" spc="3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materials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scattered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platforms.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981" y="3829229"/>
            <a:ext cx="5944235" cy="146621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sz="1800">
              <a:latin typeface="Times New Roman"/>
              <a:cs typeface="Times New Roman"/>
            </a:endParaRPr>
          </a:p>
          <a:p>
            <a:pPr marL="260350" marR="474345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waste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time,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teachers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repeatedly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resources,</a:t>
            </a:r>
            <a:r>
              <a:rPr dirty="0" sz="1400" spc="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institutions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lack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centralized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academic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repository.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6933" y="1761060"/>
            <a:ext cx="3598940" cy="38920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Problem</a:t>
            </a:r>
            <a:r>
              <a:rPr dirty="0" spc="180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Statement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3997" y="600281"/>
            <a:ext cx="4351020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180"/>
              <a:t> </a:t>
            </a:r>
            <a:r>
              <a:rPr dirty="0" spc="-10"/>
              <a:t>Statement/Industry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253" y="1427221"/>
            <a:ext cx="5358130" cy="2288540"/>
          </a:xfrm>
          <a:prstGeom prst="rect">
            <a:avLst/>
          </a:prstGeom>
          <a:solidFill>
            <a:srgbClr val="BE2025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13017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1400" spc="2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dirty="0" sz="1400" spc="3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Solved</a:t>
            </a:r>
            <a:endParaRPr sz="1400">
              <a:latin typeface="Times New Roman"/>
              <a:cs typeface="Times New Roman"/>
            </a:endParaRPr>
          </a:p>
          <a:p>
            <a:pPr marL="130175" marR="191770">
              <a:lnSpc>
                <a:spcPct val="92500"/>
              </a:lnSpc>
              <a:spcBef>
                <a:spcPts val="1585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1400" spc="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400" spc="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struggle</a:t>
            </a:r>
            <a:r>
              <a:rPr dirty="0" sz="1400" spc="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4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1400" spc="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reliable,</a:t>
            </a:r>
            <a:r>
              <a:rPr dirty="0" sz="1400" spc="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syllabus-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relevant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materials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scattered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multiple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websites,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apps,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messaging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groups.</a:t>
            </a:r>
            <a:r>
              <a:rPr dirty="0" sz="14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leads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wasted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time,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overload,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dependence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outdated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inaccurate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content,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reducing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exam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preparedness.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5231" y="1427221"/>
            <a:ext cx="3566795" cy="22885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Supporting</a:t>
            </a:r>
            <a:r>
              <a:rPr dirty="0" sz="1400" spc="49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 marR="756285">
              <a:lnSpc>
                <a:spcPts val="154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60%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students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spend </a:t>
            </a:r>
            <a:r>
              <a:rPr dirty="0" sz="1400">
                <a:latin typeface="Times New Roman"/>
                <a:cs typeface="Times New Roman"/>
              </a:rPr>
              <a:t>excessive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searching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study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learning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 marR="205740">
              <a:lnSpc>
                <a:spcPts val="1090"/>
              </a:lnSpc>
            </a:pPr>
            <a:r>
              <a:rPr dirty="0" sz="1000" spc="10" b="1">
                <a:latin typeface="Times New Roman"/>
                <a:cs typeface="Times New Roman"/>
              </a:rPr>
              <a:t>Source</a:t>
            </a:r>
            <a:r>
              <a:rPr dirty="0" sz="1000" spc="10">
                <a:latin typeface="Times New Roman"/>
                <a:cs typeface="Times New Roman"/>
              </a:rPr>
              <a:t>: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UNESCO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Global</a:t>
            </a:r>
            <a:r>
              <a:rPr dirty="0" sz="1000" spc="285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Education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45">
                <a:latin typeface="Times New Roman"/>
                <a:cs typeface="Times New Roman"/>
              </a:rPr>
              <a:t>Monitoring</a:t>
            </a:r>
            <a:r>
              <a:rPr dirty="0" sz="1000" spc="29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Report </a:t>
            </a:r>
            <a:r>
              <a:rPr dirty="0" sz="1000" spc="10">
                <a:latin typeface="Times New Roman"/>
                <a:cs typeface="Times New Roman"/>
              </a:rPr>
              <a:t>&amp;</a:t>
            </a:r>
            <a:r>
              <a:rPr dirty="0" sz="1000" spc="180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AISHE,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Ministry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of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10">
                <a:latin typeface="Times New Roman"/>
                <a:cs typeface="Times New Roman"/>
              </a:rPr>
              <a:t>Education,</a:t>
            </a:r>
            <a:r>
              <a:rPr dirty="0" sz="1000" spc="27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India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7253" y="3869941"/>
            <a:ext cx="684530" cy="684530"/>
            <a:chOff x="857253" y="3869941"/>
            <a:chExt cx="684530" cy="684530"/>
          </a:xfrm>
        </p:grpSpPr>
        <p:sp>
          <p:nvSpPr>
            <p:cNvPr id="7" name="object 7"/>
            <p:cNvSpPr/>
            <p:nvPr/>
          </p:nvSpPr>
          <p:spPr>
            <a:xfrm>
              <a:off x="857250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683958" y="341985"/>
                  </a:moveTo>
                  <a:lnTo>
                    <a:pt x="681393" y="300126"/>
                  </a:lnTo>
                  <a:lnTo>
                    <a:pt x="673709" y="258889"/>
                  </a:lnTo>
                  <a:lnTo>
                    <a:pt x="661047" y="218909"/>
                  </a:lnTo>
                  <a:lnTo>
                    <a:pt x="643572" y="180771"/>
                  </a:lnTo>
                  <a:lnTo>
                    <a:pt x="621576" y="145072"/>
                  </a:lnTo>
                  <a:lnTo>
                    <a:pt x="595363" y="112318"/>
                  </a:lnTo>
                  <a:lnTo>
                    <a:pt x="565353" y="83032"/>
                  </a:lnTo>
                  <a:lnTo>
                    <a:pt x="531977" y="57632"/>
                  </a:lnTo>
                  <a:lnTo>
                    <a:pt x="495731" y="36512"/>
                  </a:lnTo>
                  <a:lnTo>
                    <a:pt x="457187" y="19989"/>
                  </a:lnTo>
                  <a:lnTo>
                    <a:pt x="416902" y="8318"/>
                  </a:lnTo>
                  <a:lnTo>
                    <a:pt x="375500" y="1651"/>
                  </a:lnTo>
                  <a:lnTo>
                    <a:pt x="341972" y="0"/>
                  </a:lnTo>
                  <a:lnTo>
                    <a:pt x="338518" y="50"/>
                  </a:lnTo>
                  <a:lnTo>
                    <a:pt x="337908" y="0"/>
                  </a:lnTo>
                  <a:lnTo>
                    <a:pt x="337007" y="63"/>
                  </a:lnTo>
                  <a:lnTo>
                    <a:pt x="333578" y="101"/>
                  </a:lnTo>
                  <a:lnTo>
                    <a:pt x="325196" y="419"/>
                  </a:lnTo>
                  <a:lnTo>
                    <a:pt x="316826" y="927"/>
                  </a:lnTo>
                  <a:lnTo>
                    <a:pt x="308457" y="1651"/>
                  </a:lnTo>
                  <a:lnTo>
                    <a:pt x="300901" y="2501"/>
                  </a:lnTo>
                  <a:lnTo>
                    <a:pt x="292049" y="3086"/>
                  </a:lnTo>
                  <a:lnTo>
                    <a:pt x="248081" y="12077"/>
                  </a:lnTo>
                  <a:lnTo>
                    <a:pt x="206375" y="26555"/>
                  </a:lnTo>
                  <a:lnTo>
                    <a:pt x="167360" y="46139"/>
                  </a:lnTo>
                  <a:lnTo>
                    <a:pt x="131419" y="70408"/>
                  </a:lnTo>
                  <a:lnTo>
                    <a:pt x="98971" y="98971"/>
                  </a:lnTo>
                  <a:lnTo>
                    <a:pt x="70408" y="131432"/>
                  </a:lnTo>
                  <a:lnTo>
                    <a:pt x="46126" y="167360"/>
                  </a:lnTo>
                  <a:lnTo>
                    <a:pt x="26555" y="206387"/>
                  </a:lnTo>
                  <a:lnTo>
                    <a:pt x="12065" y="248081"/>
                  </a:lnTo>
                  <a:lnTo>
                    <a:pt x="3086" y="292061"/>
                  </a:lnTo>
                  <a:lnTo>
                    <a:pt x="2501" y="300634"/>
                  </a:lnTo>
                  <a:lnTo>
                    <a:pt x="1638" y="308470"/>
                  </a:lnTo>
                  <a:lnTo>
                    <a:pt x="927" y="316826"/>
                  </a:lnTo>
                  <a:lnTo>
                    <a:pt x="406" y="325208"/>
                  </a:lnTo>
                  <a:lnTo>
                    <a:pt x="101" y="333590"/>
                  </a:lnTo>
                  <a:lnTo>
                    <a:pt x="50" y="337019"/>
                  </a:lnTo>
                  <a:lnTo>
                    <a:pt x="0" y="337908"/>
                  </a:lnTo>
                  <a:lnTo>
                    <a:pt x="38" y="338531"/>
                  </a:lnTo>
                  <a:lnTo>
                    <a:pt x="0" y="341985"/>
                  </a:lnTo>
                  <a:lnTo>
                    <a:pt x="101" y="350380"/>
                  </a:lnTo>
                  <a:lnTo>
                    <a:pt x="3695" y="392163"/>
                  </a:lnTo>
                  <a:lnTo>
                    <a:pt x="12382" y="433197"/>
                  </a:lnTo>
                  <a:lnTo>
                    <a:pt x="26035" y="472859"/>
                  </a:lnTo>
                  <a:lnTo>
                    <a:pt x="44424" y="510552"/>
                  </a:lnTo>
                  <a:lnTo>
                    <a:pt x="67297" y="545706"/>
                  </a:lnTo>
                  <a:lnTo>
                    <a:pt x="94297" y="577786"/>
                  </a:lnTo>
                  <a:lnTo>
                    <a:pt x="125031" y="606336"/>
                  </a:lnTo>
                  <a:lnTo>
                    <a:pt x="159016" y="630910"/>
                  </a:lnTo>
                  <a:lnTo>
                    <a:pt x="195757" y="651129"/>
                  </a:lnTo>
                  <a:lnTo>
                    <a:pt x="234708" y="666699"/>
                  </a:lnTo>
                  <a:lnTo>
                    <a:pt x="275259" y="677392"/>
                  </a:lnTo>
                  <a:lnTo>
                    <a:pt x="316826" y="683044"/>
                  </a:lnTo>
                  <a:lnTo>
                    <a:pt x="341972" y="683971"/>
                  </a:lnTo>
                  <a:lnTo>
                    <a:pt x="350367" y="683856"/>
                  </a:lnTo>
                  <a:lnTo>
                    <a:pt x="392163" y="680262"/>
                  </a:lnTo>
                  <a:lnTo>
                    <a:pt x="433184" y="671576"/>
                  </a:lnTo>
                  <a:lnTo>
                    <a:pt x="472846" y="657936"/>
                  </a:lnTo>
                  <a:lnTo>
                    <a:pt x="510540" y="639533"/>
                  </a:lnTo>
                  <a:lnTo>
                    <a:pt x="545693" y="616661"/>
                  </a:lnTo>
                  <a:lnTo>
                    <a:pt x="577786" y="589661"/>
                  </a:lnTo>
                  <a:lnTo>
                    <a:pt x="606336" y="558939"/>
                  </a:lnTo>
                  <a:lnTo>
                    <a:pt x="630897" y="524941"/>
                  </a:lnTo>
                  <a:lnTo>
                    <a:pt x="651129" y="488200"/>
                  </a:lnTo>
                  <a:lnTo>
                    <a:pt x="666699" y="449262"/>
                  </a:lnTo>
                  <a:lnTo>
                    <a:pt x="677392" y="408698"/>
                  </a:lnTo>
                  <a:lnTo>
                    <a:pt x="683031" y="367144"/>
                  </a:lnTo>
                  <a:lnTo>
                    <a:pt x="683856" y="350380"/>
                  </a:lnTo>
                  <a:lnTo>
                    <a:pt x="683958" y="341985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18832" y="4044606"/>
              <a:ext cx="353060" cy="334645"/>
            </a:xfrm>
            <a:custGeom>
              <a:avLst/>
              <a:gdLst/>
              <a:ahLst/>
              <a:cxnLst/>
              <a:rect l="l" t="t" r="r" b="b"/>
              <a:pathLst>
                <a:path w="353059" h="334645">
                  <a:moveTo>
                    <a:pt x="159181" y="229209"/>
                  </a:moveTo>
                  <a:lnTo>
                    <a:pt x="128485" y="196634"/>
                  </a:lnTo>
                  <a:lnTo>
                    <a:pt x="27635" y="294754"/>
                  </a:lnTo>
                  <a:lnTo>
                    <a:pt x="24447" y="298005"/>
                  </a:lnTo>
                  <a:lnTo>
                    <a:pt x="24447" y="303707"/>
                  </a:lnTo>
                  <a:lnTo>
                    <a:pt x="54737" y="334645"/>
                  </a:lnTo>
                  <a:lnTo>
                    <a:pt x="60325" y="334645"/>
                  </a:lnTo>
                  <a:lnTo>
                    <a:pt x="63512" y="331393"/>
                  </a:lnTo>
                  <a:lnTo>
                    <a:pt x="159181" y="229209"/>
                  </a:lnTo>
                  <a:close/>
                </a:path>
                <a:path w="353059" h="334645">
                  <a:moveTo>
                    <a:pt x="317042" y="298411"/>
                  </a:moveTo>
                  <a:lnTo>
                    <a:pt x="313855" y="295160"/>
                  </a:lnTo>
                  <a:lnTo>
                    <a:pt x="115341" y="101371"/>
                  </a:lnTo>
                  <a:lnTo>
                    <a:pt x="152806" y="62687"/>
                  </a:lnTo>
                  <a:lnTo>
                    <a:pt x="152806" y="56997"/>
                  </a:lnTo>
                  <a:lnTo>
                    <a:pt x="107759" y="10579"/>
                  </a:lnTo>
                  <a:lnTo>
                    <a:pt x="102184" y="10579"/>
                  </a:lnTo>
                  <a:lnTo>
                    <a:pt x="63512" y="50076"/>
                  </a:lnTo>
                  <a:lnTo>
                    <a:pt x="57124" y="43967"/>
                  </a:lnTo>
                  <a:lnTo>
                    <a:pt x="53949" y="40703"/>
                  </a:lnTo>
                  <a:lnTo>
                    <a:pt x="48361" y="40703"/>
                  </a:lnTo>
                  <a:lnTo>
                    <a:pt x="29629" y="59842"/>
                  </a:lnTo>
                  <a:lnTo>
                    <a:pt x="29629" y="65544"/>
                  </a:lnTo>
                  <a:lnTo>
                    <a:pt x="32816" y="68795"/>
                  </a:lnTo>
                  <a:lnTo>
                    <a:pt x="38798" y="75311"/>
                  </a:lnTo>
                  <a:lnTo>
                    <a:pt x="25641" y="88747"/>
                  </a:lnTo>
                  <a:lnTo>
                    <a:pt x="24041" y="90779"/>
                  </a:lnTo>
                  <a:lnTo>
                    <a:pt x="23253" y="93230"/>
                  </a:lnTo>
                  <a:lnTo>
                    <a:pt x="1320" y="151853"/>
                  </a:lnTo>
                  <a:lnTo>
                    <a:pt x="0" y="155168"/>
                  </a:lnTo>
                  <a:lnTo>
                    <a:pt x="673" y="158013"/>
                  </a:lnTo>
                  <a:lnTo>
                    <a:pt x="3327" y="160401"/>
                  </a:lnTo>
                  <a:lnTo>
                    <a:pt x="5715" y="162839"/>
                  </a:lnTo>
                  <a:lnTo>
                    <a:pt x="8902" y="163652"/>
                  </a:lnTo>
                  <a:lnTo>
                    <a:pt x="12090" y="162839"/>
                  </a:lnTo>
                  <a:lnTo>
                    <a:pt x="74282" y="142074"/>
                  </a:lnTo>
                  <a:lnTo>
                    <a:pt x="76669" y="140855"/>
                  </a:lnTo>
                  <a:lnTo>
                    <a:pt x="88633" y="128651"/>
                  </a:lnTo>
                  <a:lnTo>
                    <a:pt x="278371" y="331393"/>
                  </a:lnTo>
                  <a:lnTo>
                    <a:pt x="281571" y="334645"/>
                  </a:lnTo>
                  <a:lnTo>
                    <a:pt x="287147" y="334645"/>
                  </a:lnTo>
                  <a:lnTo>
                    <a:pt x="317042" y="304114"/>
                  </a:lnTo>
                  <a:lnTo>
                    <a:pt x="317042" y="298411"/>
                  </a:lnTo>
                  <a:close/>
                </a:path>
                <a:path w="353059" h="334645">
                  <a:moveTo>
                    <a:pt x="352526" y="122948"/>
                  </a:moveTo>
                  <a:lnTo>
                    <a:pt x="350126" y="119684"/>
                  </a:lnTo>
                  <a:lnTo>
                    <a:pt x="346570" y="114401"/>
                  </a:lnTo>
                  <a:lnTo>
                    <a:pt x="309079" y="58623"/>
                  </a:lnTo>
                  <a:lnTo>
                    <a:pt x="309079" y="58216"/>
                  </a:lnTo>
                  <a:lnTo>
                    <a:pt x="295922" y="44780"/>
                  </a:lnTo>
                  <a:lnTo>
                    <a:pt x="295922" y="44373"/>
                  </a:lnTo>
                  <a:lnTo>
                    <a:pt x="295516" y="43967"/>
                  </a:lnTo>
                  <a:lnTo>
                    <a:pt x="295109" y="43967"/>
                  </a:lnTo>
                  <a:lnTo>
                    <a:pt x="234124" y="2438"/>
                  </a:lnTo>
                  <a:lnTo>
                    <a:pt x="230936" y="0"/>
                  </a:lnTo>
                  <a:lnTo>
                    <a:pt x="226161" y="406"/>
                  </a:lnTo>
                  <a:lnTo>
                    <a:pt x="223367" y="3251"/>
                  </a:lnTo>
                  <a:lnTo>
                    <a:pt x="187490" y="39484"/>
                  </a:lnTo>
                  <a:lnTo>
                    <a:pt x="185889" y="41516"/>
                  </a:lnTo>
                  <a:lnTo>
                    <a:pt x="185102" y="43967"/>
                  </a:lnTo>
                  <a:lnTo>
                    <a:pt x="185102" y="46405"/>
                  </a:lnTo>
                  <a:lnTo>
                    <a:pt x="185496" y="48907"/>
                  </a:lnTo>
                  <a:lnTo>
                    <a:pt x="186690" y="50952"/>
                  </a:lnTo>
                  <a:lnTo>
                    <a:pt x="188683" y="52514"/>
                  </a:lnTo>
                  <a:lnTo>
                    <a:pt x="240499" y="87528"/>
                  </a:lnTo>
                  <a:lnTo>
                    <a:pt x="183095" y="143306"/>
                  </a:lnTo>
                  <a:lnTo>
                    <a:pt x="212598" y="172212"/>
                  </a:lnTo>
                  <a:lnTo>
                    <a:pt x="266814" y="114401"/>
                  </a:lnTo>
                  <a:lnTo>
                    <a:pt x="300304" y="165696"/>
                  </a:lnTo>
                  <a:lnTo>
                    <a:pt x="301891" y="167728"/>
                  </a:lnTo>
                  <a:lnTo>
                    <a:pt x="304292" y="168948"/>
                  </a:lnTo>
                  <a:lnTo>
                    <a:pt x="309067" y="169760"/>
                  </a:lnTo>
                  <a:lnTo>
                    <a:pt x="311861" y="168541"/>
                  </a:lnTo>
                  <a:lnTo>
                    <a:pt x="352132" y="127825"/>
                  </a:lnTo>
                  <a:lnTo>
                    <a:pt x="352526" y="122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626224" y="3832814"/>
            <a:ext cx="797560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Area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 spc="-10">
                <a:latin typeface="Times New Roman"/>
                <a:cs typeface="Times New Roman"/>
              </a:rPr>
              <a:t>Education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78084" y="3869941"/>
            <a:ext cx="684530" cy="684530"/>
            <a:chOff x="3878084" y="3869941"/>
            <a:chExt cx="684530" cy="684530"/>
          </a:xfrm>
        </p:grpSpPr>
        <p:sp>
          <p:nvSpPr>
            <p:cNvPr id="11" name="object 11"/>
            <p:cNvSpPr/>
            <p:nvPr/>
          </p:nvSpPr>
          <p:spPr>
            <a:xfrm>
              <a:off x="3878072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683971" y="341985"/>
                  </a:moveTo>
                  <a:lnTo>
                    <a:pt x="681393" y="300126"/>
                  </a:lnTo>
                  <a:lnTo>
                    <a:pt x="673722" y="258889"/>
                  </a:lnTo>
                  <a:lnTo>
                    <a:pt x="661047" y="218909"/>
                  </a:lnTo>
                  <a:lnTo>
                    <a:pt x="643585" y="180771"/>
                  </a:lnTo>
                  <a:lnTo>
                    <a:pt x="621588" y="145072"/>
                  </a:lnTo>
                  <a:lnTo>
                    <a:pt x="595376" y="112318"/>
                  </a:lnTo>
                  <a:lnTo>
                    <a:pt x="565365" y="83032"/>
                  </a:lnTo>
                  <a:lnTo>
                    <a:pt x="531977" y="57632"/>
                  </a:lnTo>
                  <a:lnTo>
                    <a:pt x="495744" y="36512"/>
                  </a:lnTo>
                  <a:lnTo>
                    <a:pt x="457200" y="19989"/>
                  </a:lnTo>
                  <a:lnTo>
                    <a:pt x="416915" y="8318"/>
                  </a:lnTo>
                  <a:lnTo>
                    <a:pt x="375500" y="1651"/>
                  </a:lnTo>
                  <a:lnTo>
                    <a:pt x="341985" y="0"/>
                  </a:lnTo>
                  <a:lnTo>
                    <a:pt x="333590" y="101"/>
                  </a:lnTo>
                  <a:lnTo>
                    <a:pt x="291807" y="3708"/>
                  </a:lnTo>
                  <a:lnTo>
                    <a:pt x="250774" y="12395"/>
                  </a:lnTo>
                  <a:lnTo>
                    <a:pt x="211112" y="26035"/>
                  </a:lnTo>
                  <a:lnTo>
                    <a:pt x="173418" y="44437"/>
                  </a:lnTo>
                  <a:lnTo>
                    <a:pt x="138264" y="67297"/>
                  </a:lnTo>
                  <a:lnTo>
                    <a:pt x="106184" y="94310"/>
                  </a:lnTo>
                  <a:lnTo>
                    <a:pt x="77635" y="125031"/>
                  </a:lnTo>
                  <a:lnTo>
                    <a:pt x="53060" y="159029"/>
                  </a:lnTo>
                  <a:lnTo>
                    <a:pt x="32842" y="195770"/>
                  </a:lnTo>
                  <a:lnTo>
                    <a:pt x="17272" y="234708"/>
                  </a:lnTo>
                  <a:lnTo>
                    <a:pt x="6578" y="275272"/>
                  </a:lnTo>
                  <a:lnTo>
                    <a:pt x="927" y="316826"/>
                  </a:lnTo>
                  <a:lnTo>
                    <a:pt x="0" y="341985"/>
                  </a:lnTo>
                  <a:lnTo>
                    <a:pt x="114" y="350380"/>
                  </a:lnTo>
                  <a:lnTo>
                    <a:pt x="3708" y="392163"/>
                  </a:lnTo>
                  <a:lnTo>
                    <a:pt x="12395" y="433197"/>
                  </a:lnTo>
                  <a:lnTo>
                    <a:pt x="26035" y="472859"/>
                  </a:lnTo>
                  <a:lnTo>
                    <a:pt x="44437" y="510552"/>
                  </a:lnTo>
                  <a:lnTo>
                    <a:pt x="67310" y="545706"/>
                  </a:lnTo>
                  <a:lnTo>
                    <a:pt x="94310" y="577786"/>
                  </a:lnTo>
                  <a:lnTo>
                    <a:pt x="125031" y="606336"/>
                  </a:lnTo>
                  <a:lnTo>
                    <a:pt x="159029" y="630910"/>
                  </a:lnTo>
                  <a:lnTo>
                    <a:pt x="195770" y="651129"/>
                  </a:lnTo>
                  <a:lnTo>
                    <a:pt x="234708" y="666699"/>
                  </a:lnTo>
                  <a:lnTo>
                    <a:pt x="275272" y="677392"/>
                  </a:lnTo>
                  <a:lnTo>
                    <a:pt x="316826" y="683044"/>
                  </a:lnTo>
                  <a:lnTo>
                    <a:pt x="341985" y="683971"/>
                  </a:lnTo>
                  <a:lnTo>
                    <a:pt x="345363" y="683933"/>
                  </a:lnTo>
                  <a:lnTo>
                    <a:pt x="346062" y="683971"/>
                  </a:lnTo>
                  <a:lnTo>
                    <a:pt x="347091" y="683907"/>
                  </a:lnTo>
                  <a:lnTo>
                    <a:pt x="350380" y="683856"/>
                  </a:lnTo>
                  <a:lnTo>
                    <a:pt x="358762" y="683552"/>
                  </a:lnTo>
                  <a:lnTo>
                    <a:pt x="367144" y="683044"/>
                  </a:lnTo>
                  <a:lnTo>
                    <a:pt x="375500" y="682320"/>
                  </a:lnTo>
                  <a:lnTo>
                    <a:pt x="383070" y="681482"/>
                  </a:lnTo>
                  <a:lnTo>
                    <a:pt x="391909" y="680885"/>
                  </a:lnTo>
                  <a:lnTo>
                    <a:pt x="435889" y="671893"/>
                  </a:lnTo>
                  <a:lnTo>
                    <a:pt x="477583" y="657415"/>
                  </a:lnTo>
                  <a:lnTo>
                    <a:pt x="516610" y="637832"/>
                  </a:lnTo>
                  <a:lnTo>
                    <a:pt x="552538" y="613562"/>
                  </a:lnTo>
                  <a:lnTo>
                    <a:pt x="585000" y="585000"/>
                  </a:lnTo>
                  <a:lnTo>
                    <a:pt x="613562" y="552538"/>
                  </a:lnTo>
                  <a:lnTo>
                    <a:pt x="637832" y="516610"/>
                  </a:lnTo>
                  <a:lnTo>
                    <a:pt x="657415" y="477583"/>
                  </a:lnTo>
                  <a:lnTo>
                    <a:pt x="671893" y="435889"/>
                  </a:lnTo>
                  <a:lnTo>
                    <a:pt x="680885" y="391909"/>
                  </a:lnTo>
                  <a:lnTo>
                    <a:pt x="681469" y="383057"/>
                  </a:lnTo>
                  <a:lnTo>
                    <a:pt x="682320" y="375500"/>
                  </a:lnTo>
                  <a:lnTo>
                    <a:pt x="683044" y="367144"/>
                  </a:lnTo>
                  <a:lnTo>
                    <a:pt x="683552" y="358762"/>
                  </a:lnTo>
                  <a:lnTo>
                    <a:pt x="683869" y="350380"/>
                  </a:lnTo>
                  <a:lnTo>
                    <a:pt x="683907" y="346964"/>
                  </a:lnTo>
                  <a:lnTo>
                    <a:pt x="683971" y="346062"/>
                  </a:lnTo>
                  <a:lnTo>
                    <a:pt x="683920" y="345452"/>
                  </a:lnTo>
                  <a:lnTo>
                    <a:pt x="683971" y="341985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9757" y="404347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328757" y="328757"/>
                  </a:moveTo>
                  <a:lnTo>
                    <a:pt x="0" y="328757"/>
                  </a:lnTo>
                  <a:lnTo>
                    <a:pt x="0" y="198218"/>
                  </a:lnTo>
                  <a:lnTo>
                    <a:pt x="14509" y="0"/>
                  </a:lnTo>
                  <a:lnTo>
                    <a:pt x="53185" y="0"/>
                  </a:lnTo>
                  <a:lnTo>
                    <a:pt x="67687" y="198218"/>
                  </a:lnTo>
                  <a:lnTo>
                    <a:pt x="328757" y="198218"/>
                  </a:lnTo>
                  <a:lnTo>
                    <a:pt x="328757" y="251404"/>
                  </a:lnTo>
                  <a:lnTo>
                    <a:pt x="38676" y="251404"/>
                  </a:lnTo>
                  <a:lnTo>
                    <a:pt x="38676" y="294909"/>
                  </a:lnTo>
                  <a:lnTo>
                    <a:pt x="328757" y="294909"/>
                  </a:lnTo>
                  <a:lnTo>
                    <a:pt x="328757" y="328757"/>
                  </a:lnTo>
                  <a:close/>
                </a:path>
                <a:path w="328929" h="328929">
                  <a:moveTo>
                    <a:pt x="198218" y="198218"/>
                  </a:moveTo>
                  <a:lnTo>
                    <a:pt x="67687" y="198218"/>
                  </a:lnTo>
                  <a:lnTo>
                    <a:pt x="198218" y="130538"/>
                  </a:lnTo>
                  <a:lnTo>
                    <a:pt x="198218" y="198218"/>
                  </a:lnTo>
                  <a:close/>
                </a:path>
                <a:path w="328929" h="328929">
                  <a:moveTo>
                    <a:pt x="328757" y="198218"/>
                  </a:moveTo>
                  <a:lnTo>
                    <a:pt x="198218" y="198218"/>
                  </a:lnTo>
                  <a:lnTo>
                    <a:pt x="328757" y="130538"/>
                  </a:lnTo>
                  <a:lnTo>
                    <a:pt x="328757" y="198218"/>
                  </a:lnTo>
                  <a:close/>
                </a:path>
                <a:path w="328929" h="328929">
                  <a:moveTo>
                    <a:pt x="135375" y="294909"/>
                  </a:moveTo>
                  <a:lnTo>
                    <a:pt x="96698" y="294909"/>
                  </a:lnTo>
                  <a:lnTo>
                    <a:pt x="96698" y="251404"/>
                  </a:lnTo>
                  <a:lnTo>
                    <a:pt x="135375" y="251404"/>
                  </a:lnTo>
                  <a:lnTo>
                    <a:pt x="135375" y="294909"/>
                  </a:lnTo>
                  <a:close/>
                </a:path>
                <a:path w="328929" h="328929">
                  <a:moveTo>
                    <a:pt x="232058" y="294909"/>
                  </a:moveTo>
                  <a:lnTo>
                    <a:pt x="193381" y="294909"/>
                  </a:lnTo>
                  <a:lnTo>
                    <a:pt x="193381" y="251404"/>
                  </a:lnTo>
                  <a:lnTo>
                    <a:pt x="232058" y="251404"/>
                  </a:lnTo>
                  <a:lnTo>
                    <a:pt x="232058" y="294909"/>
                  </a:lnTo>
                  <a:close/>
                </a:path>
                <a:path w="328929" h="328929">
                  <a:moveTo>
                    <a:pt x="328757" y="294909"/>
                  </a:moveTo>
                  <a:lnTo>
                    <a:pt x="290080" y="294909"/>
                  </a:lnTo>
                  <a:lnTo>
                    <a:pt x="290080" y="251404"/>
                  </a:lnTo>
                  <a:lnTo>
                    <a:pt x="328757" y="251404"/>
                  </a:lnTo>
                  <a:lnTo>
                    <a:pt x="328757" y="2949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47054" y="3832814"/>
            <a:ext cx="1696720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Industry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Education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Training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98914" y="3869941"/>
            <a:ext cx="684530" cy="684530"/>
            <a:chOff x="6898914" y="3869941"/>
            <a:chExt cx="684530" cy="684530"/>
          </a:xfrm>
        </p:grpSpPr>
        <p:sp>
          <p:nvSpPr>
            <p:cNvPr id="15" name="object 15"/>
            <p:cNvSpPr/>
            <p:nvPr/>
          </p:nvSpPr>
          <p:spPr>
            <a:xfrm>
              <a:off x="6898907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683958" y="337908"/>
                  </a:moveTo>
                  <a:lnTo>
                    <a:pt x="683895" y="337019"/>
                  </a:lnTo>
                  <a:lnTo>
                    <a:pt x="683856" y="333590"/>
                  </a:lnTo>
                  <a:lnTo>
                    <a:pt x="683552" y="325208"/>
                  </a:lnTo>
                  <a:lnTo>
                    <a:pt x="683031" y="316826"/>
                  </a:lnTo>
                  <a:lnTo>
                    <a:pt x="682320" y="308470"/>
                  </a:lnTo>
                  <a:lnTo>
                    <a:pt x="681443" y="300634"/>
                  </a:lnTo>
                  <a:lnTo>
                    <a:pt x="680872" y="292061"/>
                  </a:lnTo>
                  <a:lnTo>
                    <a:pt x="671893" y="248081"/>
                  </a:lnTo>
                  <a:lnTo>
                    <a:pt x="657402" y="206387"/>
                  </a:lnTo>
                  <a:lnTo>
                    <a:pt x="637832" y="167360"/>
                  </a:lnTo>
                  <a:lnTo>
                    <a:pt x="613549" y="131432"/>
                  </a:lnTo>
                  <a:lnTo>
                    <a:pt x="584987" y="98971"/>
                  </a:lnTo>
                  <a:lnTo>
                    <a:pt x="552538" y="70408"/>
                  </a:lnTo>
                  <a:lnTo>
                    <a:pt x="516597" y="46139"/>
                  </a:lnTo>
                  <a:lnTo>
                    <a:pt x="477583" y="26555"/>
                  </a:lnTo>
                  <a:lnTo>
                    <a:pt x="435889" y="12077"/>
                  </a:lnTo>
                  <a:lnTo>
                    <a:pt x="391909" y="3086"/>
                  </a:lnTo>
                  <a:lnTo>
                    <a:pt x="383044" y="2501"/>
                  </a:lnTo>
                  <a:lnTo>
                    <a:pt x="375500" y="1651"/>
                  </a:lnTo>
                  <a:lnTo>
                    <a:pt x="367131" y="927"/>
                  </a:lnTo>
                  <a:lnTo>
                    <a:pt x="358762" y="419"/>
                  </a:lnTo>
                  <a:lnTo>
                    <a:pt x="350380" y="101"/>
                  </a:lnTo>
                  <a:lnTo>
                    <a:pt x="346938" y="63"/>
                  </a:lnTo>
                  <a:lnTo>
                    <a:pt x="346049" y="0"/>
                  </a:lnTo>
                  <a:lnTo>
                    <a:pt x="345427" y="50"/>
                  </a:lnTo>
                  <a:lnTo>
                    <a:pt x="341985" y="0"/>
                  </a:lnTo>
                  <a:lnTo>
                    <a:pt x="333590" y="101"/>
                  </a:lnTo>
                  <a:lnTo>
                    <a:pt x="291807" y="3708"/>
                  </a:lnTo>
                  <a:lnTo>
                    <a:pt x="250774" y="12395"/>
                  </a:lnTo>
                  <a:lnTo>
                    <a:pt x="211112" y="26035"/>
                  </a:lnTo>
                  <a:lnTo>
                    <a:pt x="173418" y="44437"/>
                  </a:lnTo>
                  <a:lnTo>
                    <a:pt x="138264" y="67297"/>
                  </a:lnTo>
                  <a:lnTo>
                    <a:pt x="106172" y="94310"/>
                  </a:lnTo>
                  <a:lnTo>
                    <a:pt x="77622" y="125031"/>
                  </a:lnTo>
                  <a:lnTo>
                    <a:pt x="53060" y="159029"/>
                  </a:lnTo>
                  <a:lnTo>
                    <a:pt x="32829" y="195770"/>
                  </a:lnTo>
                  <a:lnTo>
                    <a:pt x="17259" y="234708"/>
                  </a:lnTo>
                  <a:lnTo>
                    <a:pt x="6565" y="275272"/>
                  </a:lnTo>
                  <a:lnTo>
                    <a:pt x="927" y="316826"/>
                  </a:lnTo>
                  <a:lnTo>
                    <a:pt x="0" y="341985"/>
                  </a:lnTo>
                  <a:lnTo>
                    <a:pt x="101" y="350380"/>
                  </a:lnTo>
                  <a:lnTo>
                    <a:pt x="3708" y="392163"/>
                  </a:lnTo>
                  <a:lnTo>
                    <a:pt x="12382" y="433197"/>
                  </a:lnTo>
                  <a:lnTo>
                    <a:pt x="26035" y="472859"/>
                  </a:lnTo>
                  <a:lnTo>
                    <a:pt x="44424" y="510552"/>
                  </a:lnTo>
                  <a:lnTo>
                    <a:pt x="67297" y="545706"/>
                  </a:lnTo>
                  <a:lnTo>
                    <a:pt x="94297" y="577786"/>
                  </a:lnTo>
                  <a:lnTo>
                    <a:pt x="125031" y="606336"/>
                  </a:lnTo>
                  <a:lnTo>
                    <a:pt x="159029" y="630910"/>
                  </a:lnTo>
                  <a:lnTo>
                    <a:pt x="195770" y="651129"/>
                  </a:lnTo>
                  <a:lnTo>
                    <a:pt x="234708" y="666699"/>
                  </a:lnTo>
                  <a:lnTo>
                    <a:pt x="275259" y="677392"/>
                  </a:lnTo>
                  <a:lnTo>
                    <a:pt x="316826" y="683044"/>
                  </a:lnTo>
                  <a:lnTo>
                    <a:pt x="341985" y="683971"/>
                  </a:lnTo>
                  <a:lnTo>
                    <a:pt x="350380" y="683856"/>
                  </a:lnTo>
                  <a:lnTo>
                    <a:pt x="392163" y="680262"/>
                  </a:lnTo>
                  <a:lnTo>
                    <a:pt x="433197" y="671576"/>
                  </a:lnTo>
                  <a:lnTo>
                    <a:pt x="472846" y="657936"/>
                  </a:lnTo>
                  <a:lnTo>
                    <a:pt x="510552" y="639533"/>
                  </a:lnTo>
                  <a:lnTo>
                    <a:pt x="545706" y="616661"/>
                  </a:lnTo>
                  <a:lnTo>
                    <a:pt x="577786" y="589661"/>
                  </a:lnTo>
                  <a:lnTo>
                    <a:pt x="606336" y="558939"/>
                  </a:lnTo>
                  <a:lnTo>
                    <a:pt x="630910" y="524941"/>
                  </a:lnTo>
                  <a:lnTo>
                    <a:pt x="651129" y="488200"/>
                  </a:lnTo>
                  <a:lnTo>
                    <a:pt x="666699" y="449262"/>
                  </a:lnTo>
                  <a:lnTo>
                    <a:pt x="677392" y="408698"/>
                  </a:lnTo>
                  <a:lnTo>
                    <a:pt x="683031" y="367144"/>
                  </a:lnTo>
                  <a:lnTo>
                    <a:pt x="683958" y="341985"/>
                  </a:lnTo>
                  <a:lnTo>
                    <a:pt x="683907" y="338531"/>
                  </a:lnTo>
                  <a:lnTo>
                    <a:pt x="683958" y="337908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61257" y="4024142"/>
              <a:ext cx="306705" cy="367665"/>
            </a:xfrm>
            <a:custGeom>
              <a:avLst/>
              <a:gdLst/>
              <a:ahLst/>
              <a:cxnLst/>
              <a:rect l="l" t="t" r="r" b="b"/>
              <a:pathLst>
                <a:path w="306704" h="367664">
                  <a:moveTo>
                    <a:pt x="183708" y="367417"/>
                  </a:moveTo>
                  <a:lnTo>
                    <a:pt x="134848" y="360860"/>
                  </a:lnTo>
                  <a:lnTo>
                    <a:pt x="90957" y="342351"/>
                  </a:lnTo>
                  <a:lnTo>
                    <a:pt x="53781" y="313636"/>
                  </a:lnTo>
                  <a:lnTo>
                    <a:pt x="25066" y="276460"/>
                  </a:lnTo>
                  <a:lnTo>
                    <a:pt x="6557" y="232569"/>
                  </a:lnTo>
                  <a:lnTo>
                    <a:pt x="0" y="183708"/>
                  </a:lnTo>
                  <a:lnTo>
                    <a:pt x="6177" y="136526"/>
                  </a:lnTo>
                  <a:lnTo>
                    <a:pt x="23635" y="93749"/>
                  </a:lnTo>
                  <a:lnTo>
                    <a:pt x="50761" y="57042"/>
                  </a:lnTo>
                  <a:lnTo>
                    <a:pt x="85945" y="28072"/>
                  </a:lnTo>
                  <a:lnTo>
                    <a:pt x="127573" y="8502"/>
                  </a:lnTo>
                  <a:lnTo>
                    <a:pt x="174035" y="0"/>
                  </a:lnTo>
                  <a:lnTo>
                    <a:pt x="174035" y="187576"/>
                  </a:lnTo>
                  <a:lnTo>
                    <a:pt x="306504" y="320045"/>
                  </a:lnTo>
                  <a:lnTo>
                    <a:pt x="279500" y="340500"/>
                  </a:lnTo>
                  <a:lnTo>
                    <a:pt x="249640" y="355334"/>
                  </a:lnTo>
                  <a:lnTo>
                    <a:pt x="217514" y="364366"/>
                  </a:lnTo>
                  <a:lnTo>
                    <a:pt x="183708" y="367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4639" y="4024142"/>
              <a:ext cx="173555" cy="1740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8172" y="4217524"/>
              <a:ext cx="160022" cy="11312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67884" y="3832814"/>
            <a:ext cx="661035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Domain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 spc="-10">
                <a:latin typeface="Times New Roman"/>
                <a:cs typeface="Times New Roman"/>
              </a:rPr>
              <a:t>EdTech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30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378367"/>
            <a:ext cx="2214880" cy="4234180"/>
            <a:chOff x="857253" y="1378367"/>
            <a:chExt cx="2214880" cy="4234180"/>
          </a:xfrm>
        </p:grpSpPr>
        <p:sp>
          <p:nvSpPr>
            <p:cNvPr id="5" name="object 5"/>
            <p:cNvSpPr/>
            <p:nvPr/>
          </p:nvSpPr>
          <p:spPr>
            <a:xfrm>
              <a:off x="857253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80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57489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5007" y="119253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82"/>
                  </a:lnTo>
                  <a:lnTo>
                    <a:pt x="562927" y="31000"/>
                  </a:lnTo>
                  <a:lnTo>
                    <a:pt x="525310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665" y="1654264"/>
              <a:ext cx="290081" cy="25285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57010" y="1635895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110231" y="220935"/>
                  </a:moveTo>
                  <a:lnTo>
                    <a:pt x="67104" y="211925"/>
                  </a:lnTo>
                  <a:lnTo>
                    <a:pt x="32090" y="188001"/>
                  </a:lnTo>
                  <a:lnTo>
                    <a:pt x="8589" y="152747"/>
                  </a:lnTo>
                  <a:lnTo>
                    <a:pt x="0" y="109743"/>
                  </a:lnTo>
                  <a:lnTo>
                    <a:pt x="8589" y="66830"/>
                  </a:lnTo>
                  <a:lnTo>
                    <a:pt x="32090" y="31848"/>
                  </a:lnTo>
                  <a:lnTo>
                    <a:pt x="67104" y="8378"/>
                  </a:lnTo>
                  <a:lnTo>
                    <a:pt x="110231" y="0"/>
                  </a:lnTo>
                  <a:lnTo>
                    <a:pt x="153426" y="9013"/>
                  </a:lnTo>
                  <a:lnTo>
                    <a:pt x="173559" y="22725"/>
                  </a:lnTo>
                  <a:lnTo>
                    <a:pt x="110712" y="22725"/>
                  </a:lnTo>
                  <a:lnTo>
                    <a:pt x="94994" y="24076"/>
                  </a:lnTo>
                  <a:lnTo>
                    <a:pt x="53186" y="43993"/>
                  </a:lnTo>
                  <a:lnTo>
                    <a:pt x="22786" y="103884"/>
                  </a:lnTo>
                  <a:lnTo>
                    <a:pt x="26601" y="137340"/>
                  </a:lnTo>
                  <a:lnTo>
                    <a:pt x="43513" y="167757"/>
                  </a:lnTo>
                  <a:lnTo>
                    <a:pt x="204338" y="167757"/>
                  </a:lnTo>
                  <a:lnTo>
                    <a:pt x="197738" y="177911"/>
                  </a:lnTo>
                  <a:lnTo>
                    <a:pt x="214169" y="193870"/>
                  </a:lnTo>
                  <a:lnTo>
                    <a:pt x="223915" y="193870"/>
                  </a:lnTo>
                  <a:lnTo>
                    <a:pt x="226683" y="194349"/>
                  </a:lnTo>
                  <a:lnTo>
                    <a:pt x="232328" y="196857"/>
                  </a:lnTo>
                  <a:lnTo>
                    <a:pt x="234148" y="198218"/>
                  </a:lnTo>
                  <a:lnTo>
                    <a:pt x="177911" y="198218"/>
                  </a:lnTo>
                  <a:lnTo>
                    <a:pt x="162375" y="208088"/>
                  </a:lnTo>
                  <a:lnTo>
                    <a:pt x="145705" y="215195"/>
                  </a:lnTo>
                  <a:lnTo>
                    <a:pt x="128218" y="219492"/>
                  </a:lnTo>
                  <a:lnTo>
                    <a:pt x="110231" y="220935"/>
                  </a:lnTo>
                  <a:close/>
                </a:path>
                <a:path w="291464" h="291464">
                  <a:moveTo>
                    <a:pt x="204650" y="167277"/>
                  </a:moveTo>
                  <a:lnTo>
                    <a:pt x="177911" y="167277"/>
                  </a:lnTo>
                  <a:lnTo>
                    <a:pt x="186873" y="154835"/>
                  </a:lnTo>
                  <a:lnTo>
                    <a:pt x="193387" y="140988"/>
                  </a:lnTo>
                  <a:lnTo>
                    <a:pt x="197362" y="126144"/>
                  </a:lnTo>
                  <a:lnTo>
                    <a:pt x="198665" y="111192"/>
                  </a:lnTo>
                  <a:lnTo>
                    <a:pt x="198707" y="110712"/>
                  </a:lnTo>
                  <a:lnTo>
                    <a:pt x="191824" y="76364"/>
                  </a:lnTo>
                  <a:lnTo>
                    <a:pt x="173020" y="48407"/>
                  </a:lnTo>
                  <a:lnTo>
                    <a:pt x="145061" y="29606"/>
                  </a:lnTo>
                  <a:lnTo>
                    <a:pt x="110712" y="22725"/>
                  </a:lnTo>
                  <a:lnTo>
                    <a:pt x="173559" y="22725"/>
                  </a:lnTo>
                  <a:lnTo>
                    <a:pt x="188552" y="32936"/>
                  </a:lnTo>
                  <a:lnTo>
                    <a:pt x="212073" y="68189"/>
                  </a:lnTo>
                  <a:lnTo>
                    <a:pt x="220361" y="110712"/>
                  </a:lnTo>
                  <a:lnTo>
                    <a:pt x="220455" y="111192"/>
                  </a:lnTo>
                  <a:lnTo>
                    <a:pt x="219012" y="129096"/>
                  </a:lnTo>
                  <a:lnTo>
                    <a:pt x="214715" y="146365"/>
                  </a:lnTo>
                  <a:lnTo>
                    <a:pt x="207608" y="162727"/>
                  </a:lnTo>
                  <a:lnTo>
                    <a:pt x="204650" y="167277"/>
                  </a:lnTo>
                  <a:close/>
                </a:path>
                <a:path w="291464" h="291464">
                  <a:moveTo>
                    <a:pt x="204338" y="167757"/>
                  </a:moveTo>
                  <a:lnTo>
                    <a:pt x="43513" y="167757"/>
                  </a:lnTo>
                  <a:lnTo>
                    <a:pt x="49766" y="164395"/>
                  </a:lnTo>
                  <a:lnTo>
                    <a:pt x="89503" y="152530"/>
                  </a:lnTo>
                  <a:lnTo>
                    <a:pt x="109743" y="150837"/>
                  </a:lnTo>
                  <a:lnTo>
                    <a:pt x="119890" y="151276"/>
                  </a:lnTo>
                  <a:lnTo>
                    <a:pt x="164074" y="161473"/>
                  </a:lnTo>
                  <a:lnTo>
                    <a:pt x="177911" y="167277"/>
                  </a:lnTo>
                  <a:lnTo>
                    <a:pt x="204650" y="167277"/>
                  </a:lnTo>
                  <a:lnTo>
                    <a:pt x="204338" y="167757"/>
                  </a:lnTo>
                  <a:close/>
                </a:path>
                <a:path w="291464" h="291464">
                  <a:moveTo>
                    <a:pt x="223915" y="193870"/>
                  </a:moveTo>
                  <a:lnTo>
                    <a:pt x="214169" y="193870"/>
                  </a:lnTo>
                  <a:lnTo>
                    <a:pt x="220584" y="193293"/>
                  </a:lnTo>
                  <a:lnTo>
                    <a:pt x="223915" y="193870"/>
                  </a:lnTo>
                  <a:close/>
                </a:path>
                <a:path w="291464" h="291464">
                  <a:moveTo>
                    <a:pt x="264994" y="291223"/>
                  </a:moveTo>
                  <a:lnTo>
                    <a:pt x="201117" y="237375"/>
                  </a:lnTo>
                  <a:lnTo>
                    <a:pt x="192901" y="222393"/>
                  </a:lnTo>
                  <a:lnTo>
                    <a:pt x="194350" y="214169"/>
                  </a:lnTo>
                  <a:lnTo>
                    <a:pt x="177911" y="198218"/>
                  </a:lnTo>
                  <a:lnTo>
                    <a:pt x="234148" y="198218"/>
                  </a:lnTo>
                  <a:lnTo>
                    <a:pt x="237383" y="200636"/>
                  </a:lnTo>
                  <a:lnTo>
                    <a:pt x="284275" y="248009"/>
                  </a:lnTo>
                  <a:lnTo>
                    <a:pt x="289629" y="256599"/>
                  </a:lnTo>
                  <a:lnTo>
                    <a:pt x="291223" y="266322"/>
                  </a:lnTo>
                  <a:lnTo>
                    <a:pt x="289100" y="275955"/>
                  </a:lnTo>
                  <a:lnTo>
                    <a:pt x="283306" y="284275"/>
                  </a:lnTo>
                  <a:lnTo>
                    <a:pt x="274716" y="289629"/>
                  </a:lnTo>
                  <a:lnTo>
                    <a:pt x="264994" y="291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7931" y="1678439"/>
              <a:ext cx="97651" cy="976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636" y="1654358"/>
              <a:ext cx="111681" cy="18507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28649" y="2142452"/>
            <a:ext cx="2066289" cy="224218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Affected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Stakeholders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92000"/>
              </a:lnSpc>
              <a:spcBef>
                <a:spcPts val="775"/>
              </a:spcBef>
            </a:pP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problem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affects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college </a:t>
            </a:r>
            <a:r>
              <a:rPr dirty="0" sz="1150">
                <a:latin typeface="Times New Roman"/>
                <a:cs typeface="Times New Roman"/>
              </a:rPr>
              <a:t>students,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educators,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educational </a:t>
            </a:r>
            <a:r>
              <a:rPr dirty="0" sz="1150" spc="10">
                <a:latin typeface="Times New Roman"/>
                <a:cs typeface="Times New Roman"/>
              </a:rPr>
              <a:t>institutions,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and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student </a:t>
            </a:r>
            <a:r>
              <a:rPr dirty="0" sz="1150" spc="10">
                <a:latin typeface="Times New Roman"/>
                <a:cs typeface="Times New Roman"/>
              </a:rPr>
              <a:t>communities.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Students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struggle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quality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learning </a:t>
            </a:r>
            <a:r>
              <a:rPr dirty="0" sz="1150">
                <a:latin typeface="Times New Roman"/>
                <a:cs typeface="Times New Roman"/>
              </a:rPr>
              <a:t>resources,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teachers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spend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time </a:t>
            </a:r>
            <a:r>
              <a:rPr dirty="0" sz="1150">
                <a:latin typeface="Times New Roman"/>
                <a:cs typeface="Times New Roman"/>
              </a:rPr>
              <a:t>repeatedly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sharing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materials,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and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institutions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lack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centralized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organize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distribute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academic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 spc="-10">
                <a:latin typeface="Times New Roman"/>
                <a:cs typeface="Times New Roman"/>
              </a:rPr>
              <a:t>content.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20840" y="1378367"/>
            <a:ext cx="2214880" cy="4234180"/>
            <a:chOff x="3120840" y="1378367"/>
            <a:chExt cx="2214880" cy="4234180"/>
          </a:xfrm>
        </p:grpSpPr>
        <p:sp>
          <p:nvSpPr>
            <p:cNvPr id="13" name="object 13"/>
            <p:cNvSpPr/>
            <p:nvPr/>
          </p:nvSpPr>
          <p:spPr>
            <a:xfrm>
              <a:off x="3120840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21087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17" y="180936"/>
                  </a:lnTo>
                  <a:lnTo>
                    <a:pt x="721817" y="148856"/>
                  </a:lnTo>
                  <a:lnTo>
                    <a:pt x="694994" y="119253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82"/>
                  </a:lnTo>
                  <a:lnTo>
                    <a:pt x="562914" y="31000"/>
                  </a:lnTo>
                  <a:lnTo>
                    <a:pt x="525297" y="17538"/>
                  </a:lnTo>
                  <a:lnTo>
                    <a:pt x="486537" y="7823"/>
                  </a:lnTo>
                  <a:lnTo>
                    <a:pt x="447014" y="1968"/>
                  </a:lnTo>
                  <a:lnTo>
                    <a:pt x="407111" y="0"/>
                  </a:lnTo>
                  <a:lnTo>
                    <a:pt x="397116" y="127"/>
                  </a:lnTo>
                  <a:lnTo>
                    <a:pt x="357276" y="3060"/>
                  </a:lnTo>
                  <a:lnTo>
                    <a:pt x="317906" y="9893"/>
                  </a:lnTo>
                  <a:lnTo>
                    <a:pt x="279400" y="20548"/>
                  </a:lnTo>
                  <a:lnTo>
                    <a:pt x="242125" y="34937"/>
                  </a:lnTo>
                  <a:lnTo>
                    <a:pt x="206438" y="52895"/>
                  </a:lnTo>
                  <a:lnTo>
                    <a:pt x="172681" y="74269"/>
                  </a:lnTo>
                  <a:lnTo>
                    <a:pt x="141185" y="98856"/>
                  </a:lnTo>
                  <a:lnTo>
                    <a:pt x="112255" y="126403"/>
                  </a:lnTo>
                  <a:lnTo>
                    <a:pt x="86156" y="156654"/>
                  </a:lnTo>
                  <a:lnTo>
                    <a:pt x="63157" y="189318"/>
                  </a:lnTo>
                  <a:lnTo>
                    <a:pt x="43459" y="224078"/>
                  </a:lnTo>
                  <a:lnTo>
                    <a:pt x="27266" y="260604"/>
                  </a:lnTo>
                  <a:lnTo>
                    <a:pt x="14744" y="298538"/>
                  </a:lnTo>
                  <a:lnTo>
                    <a:pt x="5981" y="337527"/>
                  </a:lnTo>
                  <a:lnTo>
                    <a:pt x="1092" y="377177"/>
                  </a:lnTo>
                  <a:lnTo>
                    <a:pt x="0" y="407123"/>
                  </a:lnTo>
                  <a:lnTo>
                    <a:pt x="114" y="417118"/>
                  </a:lnTo>
                  <a:lnTo>
                    <a:pt x="3060" y="456958"/>
                  </a:lnTo>
                  <a:lnTo>
                    <a:pt x="9880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82" y="607796"/>
                  </a:lnTo>
                  <a:lnTo>
                    <a:pt x="74256" y="641553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66" y="770775"/>
                  </a:lnTo>
                  <a:lnTo>
                    <a:pt x="260591" y="786968"/>
                  </a:lnTo>
                  <a:lnTo>
                    <a:pt x="298526" y="799503"/>
                  </a:lnTo>
                  <a:lnTo>
                    <a:pt x="337515" y="808253"/>
                  </a:lnTo>
                  <a:lnTo>
                    <a:pt x="377164" y="813142"/>
                  </a:lnTo>
                  <a:lnTo>
                    <a:pt x="407111" y="814247"/>
                  </a:lnTo>
                  <a:lnTo>
                    <a:pt x="417106" y="814120"/>
                  </a:lnTo>
                  <a:lnTo>
                    <a:pt x="456958" y="811187"/>
                  </a:lnTo>
                  <a:lnTo>
                    <a:pt x="496316" y="804354"/>
                  </a:lnTo>
                  <a:lnTo>
                    <a:pt x="534822" y="793699"/>
                  </a:lnTo>
                  <a:lnTo>
                    <a:pt x="572096" y="779322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403"/>
                  </a:lnTo>
                  <a:lnTo>
                    <a:pt x="701967" y="687844"/>
                  </a:lnTo>
                  <a:lnTo>
                    <a:pt x="728065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708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44531" y="1630019"/>
              <a:ext cx="407670" cy="337820"/>
            </a:xfrm>
            <a:custGeom>
              <a:avLst/>
              <a:gdLst/>
              <a:ahLst/>
              <a:cxnLst/>
              <a:rect l="l" t="t" r="r" b="b"/>
              <a:pathLst>
                <a:path w="407670" h="337819">
                  <a:moveTo>
                    <a:pt x="83159" y="24180"/>
                  </a:moveTo>
                  <a:lnTo>
                    <a:pt x="81267" y="14770"/>
                  </a:lnTo>
                  <a:lnTo>
                    <a:pt x="76085" y="7086"/>
                  </a:lnTo>
                  <a:lnTo>
                    <a:pt x="68402" y="1905"/>
                  </a:lnTo>
                  <a:lnTo>
                    <a:pt x="58991" y="0"/>
                  </a:lnTo>
                  <a:lnTo>
                    <a:pt x="49580" y="1905"/>
                  </a:lnTo>
                  <a:lnTo>
                    <a:pt x="41897" y="7086"/>
                  </a:lnTo>
                  <a:lnTo>
                    <a:pt x="36715" y="14770"/>
                  </a:lnTo>
                  <a:lnTo>
                    <a:pt x="34823" y="24180"/>
                  </a:lnTo>
                  <a:lnTo>
                    <a:pt x="36715" y="33591"/>
                  </a:lnTo>
                  <a:lnTo>
                    <a:pt x="41897" y="41275"/>
                  </a:lnTo>
                  <a:lnTo>
                    <a:pt x="49580" y="46456"/>
                  </a:lnTo>
                  <a:lnTo>
                    <a:pt x="58991" y="48348"/>
                  </a:lnTo>
                  <a:lnTo>
                    <a:pt x="68402" y="46456"/>
                  </a:lnTo>
                  <a:lnTo>
                    <a:pt x="76085" y="41275"/>
                  </a:lnTo>
                  <a:lnTo>
                    <a:pt x="81267" y="33591"/>
                  </a:lnTo>
                  <a:lnTo>
                    <a:pt x="83159" y="24180"/>
                  </a:lnTo>
                  <a:close/>
                </a:path>
                <a:path w="407670" h="337819">
                  <a:moveTo>
                    <a:pt x="179666" y="24180"/>
                  </a:moveTo>
                  <a:lnTo>
                    <a:pt x="177761" y="14770"/>
                  </a:lnTo>
                  <a:lnTo>
                    <a:pt x="172580" y="7086"/>
                  </a:lnTo>
                  <a:lnTo>
                    <a:pt x="164896" y="1905"/>
                  </a:lnTo>
                  <a:lnTo>
                    <a:pt x="155486" y="0"/>
                  </a:lnTo>
                  <a:lnTo>
                    <a:pt x="146075" y="1905"/>
                  </a:lnTo>
                  <a:lnTo>
                    <a:pt x="138391" y="7086"/>
                  </a:lnTo>
                  <a:lnTo>
                    <a:pt x="133210" y="14770"/>
                  </a:lnTo>
                  <a:lnTo>
                    <a:pt x="131318" y="24180"/>
                  </a:lnTo>
                  <a:lnTo>
                    <a:pt x="133210" y="33591"/>
                  </a:lnTo>
                  <a:lnTo>
                    <a:pt x="138391" y="41275"/>
                  </a:lnTo>
                  <a:lnTo>
                    <a:pt x="146075" y="46456"/>
                  </a:lnTo>
                  <a:lnTo>
                    <a:pt x="155486" y="48348"/>
                  </a:lnTo>
                  <a:lnTo>
                    <a:pt x="164896" y="46456"/>
                  </a:lnTo>
                  <a:lnTo>
                    <a:pt x="172580" y="41275"/>
                  </a:lnTo>
                  <a:lnTo>
                    <a:pt x="177761" y="33591"/>
                  </a:lnTo>
                  <a:lnTo>
                    <a:pt x="179666" y="24180"/>
                  </a:lnTo>
                  <a:close/>
                </a:path>
                <a:path w="407670" h="337819">
                  <a:moveTo>
                    <a:pt x="276491" y="24180"/>
                  </a:moveTo>
                  <a:lnTo>
                    <a:pt x="274599" y="14770"/>
                  </a:lnTo>
                  <a:lnTo>
                    <a:pt x="269417" y="7086"/>
                  </a:lnTo>
                  <a:lnTo>
                    <a:pt x="261734" y="1905"/>
                  </a:lnTo>
                  <a:lnTo>
                    <a:pt x="252323" y="0"/>
                  </a:lnTo>
                  <a:lnTo>
                    <a:pt x="242912" y="1905"/>
                  </a:lnTo>
                  <a:lnTo>
                    <a:pt x="235229" y="7086"/>
                  </a:lnTo>
                  <a:lnTo>
                    <a:pt x="230047" y="14770"/>
                  </a:lnTo>
                  <a:lnTo>
                    <a:pt x="228155" y="24180"/>
                  </a:lnTo>
                  <a:lnTo>
                    <a:pt x="230047" y="33591"/>
                  </a:lnTo>
                  <a:lnTo>
                    <a:pt x="235229" y="41275"/>
                  </a:lnTo>
                  <a:lnTo>
                    <a:pt x="242912" y="46456"/>
                  </a:lnTo>
                  <a:lnTo>
                    <a:pt x="252323" y="48348"/>
                  </a:lnTo>
                  <a:lnTo>
                    <a:pt x="261734" y="46456"/>
                  </a:lnTo>
                  <a:lnTo>
                    <a:pt x="269417" y="41275"/>
                  </a:lnTo>
                  <a:lnTo>
                    <a:pt x="274599" y="33591"/>
                  </a:lnTo>
                  <a:lnTo>
                    <a:pt x="276491" y="24180"/>
                  </a:lnTo>
                  <a:close/>
                </a:path>
                <a:path w="407670" h="337819">
                  <a:moveTo>
                    <a:pt x="307771" y="132575"/>
                  </a:moveTo>
                  <a:lnTo>
                    <a:pt x="296748" y="83019"/>
                  </a:lnTo>
                  <a:lnTo>
                    <a:pt x="296684" y="82727"/>
                  </a:lnTo>
                  <a:lnTo>
                    <a:pt x="296570" y="82194"/>
                  </a:lnTo>
                  <a:lnTo>
                    <a:pt x="294335" y="72136"/>
                  </a:lnTo>
                  <a:lnTo>
                    <a:pt x="252222" y="53187"/>
                  </a:lnTo>
                  <a:lnTo>
                    <a:pt x="242379" y="54000"/>
                  </a:lnTo>
                  <a:lnTo>
                    <a:pt x="204025" y="100469"/>
                  </a:lnTo>
                  <a:lnTo>
                    <a:pt x="200126" y="83019"/>
                  </a:lnTo>
                  <a:lnTo>
                    <a:pt x="200063" y="82727"/>
                  </a:lnTo>
                  <a:lnTo>
                    <a:pt x="199936" y="82194"/>
                  </a:lnTo>
                  <a:lnTo>
                    <a:pt x="197688" y="72136"/>
                  </a:lnTo>
                  <a:lnTo>
                    <a:pt x="159893" y="53530"/>
                  </a:lnTo>
                  <a:lnTo>
                    <a:pt x="144729" y="54356"/>
                  </a:lnTo>
                  <a:lnTo>
                    <a:pt x="130530" y="58699"/>
                  </a:lnTo>
                  <a:lnTo>
                    <a:pt x="130378" y="58699"/>
                  </a:lnTo>
                  <a:lnTo>
                    <a:pt x="117005" y="66725"/>
                  </a:lnTo>
                  <a:lnTo>
                    <a:pt x="115366" y="68072"/>
                  </a:lnTo>
                  <a:lnTo>
                    <a:pt x="114185" y="69989"/>
                  </a:lnTo>
                  <a:lnTo>
                    <a:pt x="113715" y="72136"/>
                  </a:lnTo>
                  <a:lnTo>
                    <a:pt x="107340" y="99555"/>
                  </a:lnTo>
                  <a:lnTo>
                    <a:pt x="103479" y="82727"/>
                  </a:lnTo>
                  <a:lnTo>
                    <a:pt x="103365" y="82194"/>
                  </a:lnTo>
                  <a:lnTo>
                    <a:pt x="100558" y="69989"/>
                  </a:lnTo>
                  <a:lnTo>
                    <a:pt x="58839" y="53187"/>
                  </a:lnTo>
                  <a:lnTo>
                    <a:pt x="48996" y="54000"/>
                  </a:lnTo>
                  <a:lnTo>
                    <a:pt x="1358" y="142328"/>
                  </a:lnTo>
                  <a:lnTo>
                    <a:pt x="0" y="147688"/>
                  </a:lnTo>
                  <a:lnTo>
                    <a:pt x="419" y="148475"/>
                  </a:lnTo>
                  <a:lnTo>
                    <a:pt x="3251" y="153238"/>
                  </a:lnTo>
                  <a:lnTo>
                    <a:pt x="8661" y="154622"/>
                  </a:lnTo>
                  <a:lnTo>
                    <a:pt x="15519" y="154622"/>
                  </a:lnTo>
                  <a:lnTo>
                    <a:pt x="17272" y="153238"/>
                  </a:lnTo>
                  <a:lnTo>
                    <a:pt x="19342" y="151536"/>
                  </a:lnTo>
                  <a:lnTo>
                    <a:pt x="20320" y="147116"/>
                  </a:lnTo>
                  <a:lnTo>
                    <a:pt x="34823" y="82194"/>
                  </a:lnTo>
                  <a:lnTo>
                    <a:pt x="34823" y="116522"/>
                  </a:lnTo>
                  <a:lnTo>
                    <a:pt x="20320" y="188544"/>
                  </a:lnTo>
                  <a:lnTo>
                    <a:pt x="34823" y="188544"/>
                  </a:lnTo>
                  <a:lnTo>
                    <a:pt x="34823" y="260540"/>
                  </a:lnTo>
                  <a:lnTo>
                    <a:pt x="54152" y="241198"/>
                  </a:lnTo>
                  <a:lnTo>
                    <a:pt x="54152" y="188544"/>
                  </a:lnTo>
                  <a:lnTo>
                    <a:pt x="63817" y="188544"/>
                  </a:lnTo>
                  <a:lnTo>
                    <a:pt x="63817" y="231533"/>
                  </a:lnTo>
                  <a:lnTo>
                    <a:pt x="83159" y="212102"/>
                  </a:lnTo>
                  <a:lnTo>
                    <a:pt x="83159" y="188544"/>
                  </a:lnTo>
                  <a:lnTo>
                    <a:pt x="97675" y="188544"/>
                  </a:lnTo>
                  <a:lnTo>
                    <a:pt x="83159" y="116522"/>
                  </a:lnTo>
                  <a:lnTo>
                    <a:pt x="83159" y="82727"/>
                  </a:lnTo>
                  <a:lnTo>
                    <a:pt x="83223" y="83019"/>
                  </a:lnTo>
                  <a:lnTo>
                    <a:pt x="97675" y="145872"/>
                  </a:lnTo>
                  <a:lnTo>
                    <a:pt x="97777" y="147116"/>
                  </a:lnTo>
                  <a:lnTo>
                    <a:pt x="97891" y="148475"/>
                  </a:lnTo>
                  <a:lnTo>
                    <a:pt x="97942" y="149098"/>
                  </a:lnTo>
                  <a:lnTo>
                    <a:pt x="98094" y="150876"/>
                  </a:lnTo>
                  <a:lnTo>
                    <a:pt x="102184" y="154622"/>
                  </a:lnTo>
                  <a:lnTo>
                    <a:pt x="111937" y="154622"/>
                  </a:lnTo>
                  <a:lnTo>
                    <a:pt x="115747" y="151536"/>
                  </a:lnTo>
                  <a:lnTo>
                    <a:pt x="116713" y="147116"/>
                  </a:lnTo>
                  <a:lnTo>
                    <a:pt x="117005" y="145046"/>
                  </a:lnTo>
                  <a:lnTo>
                    <a:pt x="127355" y="99555"/>
                  </a:lnTo>
                  <a:lnTo>
                    <a:pt x="131114" y="83019"/>
                  </a:lnTo>
                  <a:lnTo>
                    <a:pt x="131114" y="164084"/>
                  </a:lnTo>
                  <a:lnTo>
                    <a:pt x="140550" y="154622"/>
                  </a:lnTo>
                  <a:lnTo>
                    <a:pt x="141973" y="153238"/>
                  </a:lnTo>
                  <a:lnTo>
                    <a:pt x="148247" y="149098"/>
                  </a:lnTo>
                  <a:lnTo>
                    <a:pt x="155473" y="147688"/>
                  </a:lnTo>
                  <a:lnTo>
                    <a:pt x="162750" y="149098"/>
                  </a:lnTo>
                  <a:lnTo>
                    <a:pt x="168998" y="153238"/>
                  </a:lnTo>
                  <a:lnTo>
                    <a:pt x="170472" y="154622"/>
                  </a:lnTo>
                  <a:lnTo>
                    <a:pt x="179857" y="163652"/>
                  </a:lnTo>
                  <a:lnTo>
                    <a:pt x="179857" y="147688"/>
                  </a:lnTo>
                  <a:lnTo>
                    <a:pt x="179857" y="83083"/>
                  </a:lnTo>
                  <a:lnTo>
                    <a:pt x="195338" y="151536"/>
                  </a:lnTo>
                  <a:lnTo>
                    <a:pt x="195199" y="151536"/>
                  </a:lnTo>
                  <a:lnTo>
                    <a:pt x="199161" y="154622"/>
                  </a:lnTo>
                  <a:lnTo>
                    <a:pt x="208661" y="154622"/>
                  </a:lnTo>
                  <a:lnTo>
                    <a:pt x="212483" y="151536"/>
                  </a:lnTo>
                  <a:lnTo>
                    <a:pt x="213448" y="147116"/>
                  </a:lnTo>
                  <a:lnTo>
                    <a:pt x="224015" y="100469"/>
                  </a:lnTo>
                  <a:lnTo>
                    <a:pt x="227952" y="83019"/>
                  </a:lnTo>
                  <a:lnTo>
                    <a:pt x="227952" y="212102"/>
                  </a:lnTo>
                  <a:lnTo>
                    <a:pt x="247294" y="192760"/>
                  </a:lnTo>
                  <a:lnTo>
                    <a:pt x="247294" y="159550"/>
                  </a:lnTo>
                  <a:lnTo>
                    <a:pt x="256971" y="159550"/>
                  </a:lnTo>
                  <a:lnTo>
                    <a:pt x="256971" y="183286"/>
                  </a:lnTo>
                  <a:lnTo>
                    <a:pt x="276301" y="163944"/>
                  </a:lnTo>
                  <a:lnTo>
                    <a:pt x="276301" y="159550"/>
                  </a:lnTo>
                  <a:lnTo>
                    <a:pt x="276301" y="83019"/>
                  </a:lnTo>
                  <a:lnTo>
                    <a:pt x="291515" y="148475"/>
                  </a:lnTo>
                  <a:lnTo>
                    <a:pt x="291871" y="148475"/>
                  </a:lnTo>
                  <a:lnTo>
                    <a:pt x="307771" y="132575"/>
                  </a:lnTo>
                  <a:close/>
                </a:path>
                <a:path w="407670" h="337819">
                  <a:moveTo>
                    <a:pt x="407085" y="80987"/>
                  </a:moveTo>
                  <a:lnTo>
                    <a:pt x="329730" y="80987"/>
                  </a:lnTo>
                  <a:lnTo>
                    <a:pt x="358254" y="109512"/>
                  </a:lnTo>
                  <a:lnTo>
                    <a:pt x="228206" y="239560"/>
                  </a:lnTo>
                  <a:lnTo>
                    <a:pt x="155676" y="167030"/>
                  </a:lnTo>
                  <a:lnTo>
                    <a:pt x="5321" y="317398"/>
                  </a:lnTo>
                  <a:lnTo>
                    <a:pt x="25628" y="337705"/>
                  </a:lnTo>
                  <a:lnTo>
                    <a:pt x="155676" y="207645"/>
                  </a:lnTo>
                  <a:lnTo>
                    <a:pt x="228206" y="280162"/>
                  </a:lnTo>
                  <a:lnTo>
                    <a:pt x="329730" y="178638"/>
                  </a:lnTo>
                  <a:lnTo>
                    <a:pt x="378548" y="129806"/>
                  </a:lnTo>
                  <a:lnTo>
                    <a:pt x="407085" y="158343"/>
                  </a:lnTo>
                  <a:lnTo>
                    <a:pt x="407085" y="80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222261" y="2253189"/>
            <a:ext cx="2006600" cy="250571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28625" marR="421005" indent="-635">
              <a:lnSpc>
                <a:spcPts val="1730"/>
              </a:lnSpc>
              <a:spcBef>
                <a:spcPts val="254"/>
              </a:spcBef>
            </a:pPr>
            <a:r>
              <a:rPr dirty="0" sz="1500" b="1">
                <a:solidFill>
                  <a:srgbClr val="F16629"/>
                </a:solidFill>
                <a:latin typeface="Times New Roman"/>
                <a:cs typeface="Times New Roman"/>
              </a:rPr>
              <a:t>Impact</a:t>
            </a:r>
            <a:r>
              <a:rPr dirty="0" sz="1500" spc="38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25" b="1">
                <a:solidFill>
                  <a:srgbClr val="F16629"/>
                </a:solidFill>
                <a:latin typeface="Times New Roman"/>
                <a:cs typeface="Times New Roman"/>
              </a:rPr>
              <a:t>on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Stakeholders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lose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valuable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study </a:t>
            </a:r>
            <a:r>
              <a:rPr dirty="0" sz="1150">
                <a:latin typeface="Times New Roman"/>
                <a:cs typeface="Times New Roman"/>
              </a:rPr>
              <a:t>time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searching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notes, </a:t>
            </a:r>
            <a:r>
              <a:rPr dirty="0" sz="1150">
                <a:latin typeface="Times New Roman"/>
                <a:cs typeface="Times New Roman"/>
              </a:rPr>
              <a:t>previous-year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papers,</a:t>
            </a:r>
            <a:r>
              <a:rPr dirty="0" sz="1150" spc="42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reference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material,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often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using </a:t>
            </a:r>
            <a:r>
              <a:rPr dirty="0" sz="1150">
                <a:latin typeface="Times New Roman"/>
                <a:cs typeface="Times New Roman"/>
              </a:rPr>
              <a:t>unreliable</a:t>
            </a:r>
            <a:r>
              <a:rPr dirty="0" sz="1150" spc="3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sources.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Teachers </a:t>
            </a:r>
            <a:r>
              <a:rPr dirty="0" sz="1150">
                <a:latin typeface="Times New Roman"/>
                <a:cs typeface="Times New Roman"/>
              </a:rPr>
              <a:t>repeatedly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share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same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different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batches.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Institutions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face </a:t>
            </a:r>
            <a:r>
              <a:rPr dirty="0" sz="1150" spc="10">
                <a:latin typeface="Times New Roman"/>
                <a:cs typeface="Times New Roman"/>
              </a:rPr>
              <a:t>inconsistent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learning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outcomes </a:t>
            </a:r>
            <a:r>
              <a:rPr dirty="0" sz="1150">
                <a:latin typeface="Times New Roman"/>
                <a:cs typeface="Times New Roman"/>
              </a:rPr>
              <a:t>due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absence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structured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accessible repository.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84427" y="1378367"/>
            <a:ext cx="2214880" cy="4234180"/>
            <a:chOff x="5384427" y="1378367"/>
            <a:chExt cx="2214880" cy="4234180"/>
          </a:xfrm>
        </p:grpSpPr>
        <p:sp>
          <p:nvSpPr>
            <p:cNvPr id="18" name="object 18"/>
            <p:cNvSpPr/>
            <p:nvPr/>
          </p:nvSpPr>
          <p:spPr>
            <a:xfrm>
              <a:off x="5384427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4674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465620" y="2253189"/>
            <a:ext cx="2046605" cy="2343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715645" marR="708025">
              <a:lnSpc>
                <a:spcPts val="1730"/>
              </a:lnSpc>
              <a:spcBef>
                <a:spcPts val="254"/>
              </a:spcBef>
            </a:pPr>
            <a:r>
              <a:rPr dirty="0" sz="1500" spc="-20" b="1">
                <a:solidFill>
                  <a:srgbClr val="F16629"/>
                </a:solidFill>
                <a:latin typeface="Times New Roman"/>
                <a:cs typeface="Times New Roman"/>
              </a:rPr>
              <a:t>Root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Causes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Academic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spread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multiple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platforms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such </a:t>
            </a: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messaging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apps,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cloud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drives,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websites,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personal </a:t>
            </a:r>
            <a:r>
              <a:rPr dirty="0" sz="1150">
                <a:latin typeface="Times New Roman"/>
                <a:cs typeface="Times New Roman"/>
              </a:rPr>
              <a:t>devices.</a:t>
            </a:r>
            <a:r>
              <a:rPr dirty="0" sz="1150" spc="1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There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standard </a:t>
            </a:r>
            <a:r>
              <a:rPr dirty="0" sz="1150">
                <a:latin typeface="Times New Roman"/>
                <a:cs typeface="Times New Roman"/>
              </a:rPr>
              <a:t>format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organizing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content, </a:t>
            </a:r>
            <a:r>
              <a:rPr dirty="0" sz="1150">
                <a:latin typeface="Times New Roman"/>
                <a:cs typeface="Times New Roman"/>
              </a:rPr>
              <a:t>search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options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limited, </a:t>
            </a:r>
            <a:r>
              <a:rPr dirty="0" sz="1150">
                <a:latin typeface="Times New Roman"/>
                <a:cs typeface="Times New Roman"/>
              </a:rPr>
              <a:t>materials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become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outdated,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many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unaware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>
                <a:latin typeface="Times New Roman"/>
                <a:cs typeface="Times New Roman"/>
              </a:rPr>
              <a:t>reliable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sources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relevant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their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syllabus.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48015" y="1378367"/>
            <a:ext cx="2214880" cy="4234180"/>
            <a:chOff x="7648015" y="1378367"/>
            <a:chExt cx="2214880" cy="4234180"/>
          </a:xfrm>
        </p:grpSpPr>
        <p:sp>
          <p:nvSpPr>
            <p:cNvPr id="22" name="object 22"/>
            <p:cNvSpPr/>
            <p:nvPr/>
          </p:nvSpPr>
          <p:spPr>
            <a:xfrm>
              <a:off x="7648015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8261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17375" y="2253189"/>
            <a:ext cx="2070735" cy="2343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379730" marR="372745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Personal/Team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Connect</a:t>
            </a:r>
            <a:endParaRPr sz="15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students,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have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experienced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frustration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>
                <a:latin typeface="Times New Roman"/>
                <a:cs typeface="Times New Roman"/>
              </a:rPr>
              <a:t>searching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through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multiple </a:t>
            </a:r>
            <a:r>
              <a:rPr dirty="0" sz="1150">
                <a:latin typeface="Times New Roman"/>
                <a:cs typeface="Times New Roman"/>
              </a:rPr>
              <a:t>WhatsApp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groups,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Google </a:t>
            </a:r>
            <a:r>
              <a:rPr dirty="0" sz="1150">
                <a:latin typeface="Times New Roman"/>
                <a:cs typeface="Times New Roman"/>
              </a:rPr>
              <a:t>Drives,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websites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find </a:t>
            </a:r>
            <a:r>
              <a:rPr dirty="0" sz="1150">
                <a:latin typeface="Times New Roman"/>
                <a:cs typeface="Times New Roman"/>
              </a:rPr>
              <a:t>notes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previous-year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papers </a:t>
            </a:r>
            <a:r>
              <a:rPr dirty="0" sz="1150">
                <a:latin typeface="Times New Roman"/>
                <a:cs typeface="Times New Roman"/>
              </a:rPr>
              <a:t>before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exams.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believe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every </a:t>
            </a:r>
            <a:r>
              <a:rPr dirty="0" sz="1150">
                <a:latin typeface="Times New Roman"/>
                <a:cs typeface="Times New Roman"/>
              </a:rPr>
              <a:t>student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should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able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access </a:t>
            </a:r>
            <a:r>
              <a:rPr dirty="0" sz="1150">
                <a:latin typeface="Times New Roman"/>
                <a:cs typeface="Times New Roman"/>
              </a:rPr>
              <a:t>reliable,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organized</a:t>
            </a:r>
            <a:r>
              <a:rPr dirty="0" sz="1150" spc="37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study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quickly,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regardless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>
                <a:latin typeface="Times New Roman"/>
                <a:cs typeface="Times New Roman"/>
              </a:rPr>
              <a:t>their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college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branch.a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1" y="2567157"/>
            <a:ext cx="2849880" cy="228028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55575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225"/>
              </a:spcBef>
            </a:pPr>
            <a:r>
              <a:rPr dirty="0" sz="2300" spc="-10" b="1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endParaRPr sz="2300">
              <a:latin typeface="Times New Roman"/>
              <a:cs typeface="Times New Roman"/>
            </a:endParaRPr>
          </a:p>
          <a:p>
            <a:pPr marL="260350" marR="506730">
              <a:lnSpc>
                <a:spcPct val="93800"/>
              </a:lnSpc>
              <a:spcBef>
                <a:spcPts val="1739"/>
              </a:spcBef>
            </a:pP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School</a:t>
            </a:r>
            <a:r>
              <a:rPr dirty="0" sz="15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5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0">
                <a:solidFill>
                  <a:srgbClr val="FFFFFF"/>
                </a:solidFill>
                <a:latin typeface="Times New Roman"/>
                <a:cs typeface="Times New Roman"/>
              </a:rPr>
              <a:t>college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50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50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r>
              <a:rPr dirty="0" sz="15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seeking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syllabus-relevant</a:t>
            </a:r>
            <a:r>
              <a:rPr dirty="0" sz="15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Times New Roman"/>
                <a:cs typeface="Times New Roman"/>
              </a:rPr>
              <a:t>study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material</a:t>
            </a:r>
            <a:r>
              <a:rPr dirty="0" sz="15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0">
                <a:solidFill>
                  <a:srgbClr val="FFFFFF"/>
                </a:solidFill>
                <a:latin typeface="Times New Roman"/>
                <a:cs typeface="Times New Roman"/>
              </a:rPr>
              <a:t>preparation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957" y="1761060"/>
            <a:ext cx="3598940" cy="3892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6034" y="2567157"/>
            <a:ext cx="2849880" cy="228028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55575" rIns="0" bIns="0" rtlCol="0" vert="horz">
            <a:spAutoFit/>
          </a:bodyPr>
          <a:lstStyle/>
          <a:p>
            <a:pPr marL="1218565">
              <a:lnSpc>
                <a:spcPct val="100000"/>
              </a:lnSpc>
              <a:spcBef>
                <a:spcPts val="1225"/>
              </a:spcBef>
            </a:pPr>
            <a:r>
              <a:rPr dirty="0" sz="2300" spc="-10" b="1">
                <a:solidFill>
                  <a:srgbClr val="FFFFFF"/>
                </a:solidFill>
                <a:latin typeface="Times New Roman"/>
                <a:cs typeface="Times New Roman"/>
              </a:rPr>
              <a:t>Secondary</a:t>
            </a:r>
            <a:endParaRPr sz="2300">
              <a:latin typeface="Times New Roman"/>
              <a:cs typeface="Times New Roman"/>
            </a:endParaRPr>
          </a:p>
          <a:p>
            <a:pPr algn="r" marL="530860" marR="258445" indent="69850">
              <a:lnSpc>
                <a:spcPct val="94400"/>
              </a:lnSpc>
              <a:spcBef>
                <a:spcPts val="1730"/>
              </a:spcBef>
            </a:pP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Educational</a:t>
            </a:r>
            <a:r>
              <a:rPr dirty="0" sz="15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institutions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looking</a:t>
            </a:r>
            <a:r>
              <a:rPr dirty="0" sz="15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5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5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0">
                <a:solidFill>
                  <a:srgbClr val="FFFFFF"/>
                </a:solidFill>
                <a:latin typeface="Times New Roman"/>
                <a:cs typeface="Times New Roman"/>
              </a:rPr>
              <a:t>centralized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resource</a:t>
            </a:r>
            <a:r>
              <a:rPr dirty="0" sz="15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10">
                <a:solidFill>
                  <a:srgbClr val="FFFFFF"/>
                </a:solidFill>
                <a:latin typeface="Times New Roman"/>
                <a:cs typeface="Times New Roman"/>
              </a:rPr>
              <a:t>repository</a:t>
            </a:r>
            <a:r>
              <a:rPr dirty="0" sz="15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endParaRPr sz="1500">
              <a:latin typeface="Times New Roman"/>
              <a:cs typeface="Times New Roman"/>
            </a:endParaRPr>
          </a:p>
          <a:p>
            <a:pPr algn="r" marR="258445">
              <a:lnSpc>
                <a:spcPts val="1664"/>
              </a:lnSpc>
            </a:pP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Target</a:t>
            </a:r>
            <a:r>
              <a:rPr dirty="0" spc="105">
                <a:solidFill>
                  <a:srgbClr val="BF0000"/>
                </a:solidFill>
              </a:rPr>
              <a:t> </a:t>
            </a:r>
            <a:r>
              <a:rPr dirty="0">
                <a:solidFill>
                  <a:srgbClr val="BF0000"/>
                </a:solidFill>
              </a:rPr>
              <a:t>Customer</a:t>
            </a:r>
            <a:r>
              <a:rPr dirty="0" spc="55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Segments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Customer</a:t>
            </a:r>
            <a:r>
              <a:rPr dirty="0" spc="125"/>
              <a:t> </a:t>
            </a:r>
            <a:r>
              <a:rPr dirty="0"/>
              <a:t>Segment</a:t>
            </a:r>
            <a:r>
              <a:rPr dirty="0" spc="180"/>
              <a:t> </a:t>
            </a:r>
            <a:r>
              <a:rPr dirty="0"/>
              <a:t>&amp;</a:t>
            </a:r>
            <a:r>
              <a:rPr dirty="0" spc="180"/>
              <a:t> </a:t>
            </a:r>
            <a:r>
              <a:rPr dirty="0" spc="-10"/>
              <a:t>Persona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6696" y="1899480"/>
            <a:ext cx="3257550" cy="152273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2875" rIns="0" bIns="0" rtlCol="0" vert="horz">
            <a:spAutoFit/>
          </a:bodyPr>
          <a:lstStyle/>
          <a:p>
            <a:pPr marL="850265">
              <a:lnSpc>
                <a:spcPct val="100000"/>
              </a:lnSpc>
              <a:spcBef>
                <a:spcPts val="1125"/>
              </a:spcBef>
            </a:pPr>
            <a:r>
              <a:rPr dirty="0" sz="1500" spc="50" b="1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r>
              <a:rPr dirty="0" sz="1500" spc="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endParaRPr sz="1500">
              <a:latin typeface="Times New Roman"/>
              <a:cs typeface="Times New Roman"/>
            </a:endParaRPr>
          </a:p>
          <a:p>
            <a:pPr algn="ctr" marL="347345" marR="345440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School</a:t>
            </a:r>
            <a:r>
              <a:rPr dirty="0" sz="125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5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dirty="0" sz="125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25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25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imes New Roman"/>
                <a:cs typeface="Times New Roman"/>
              </a:rPr>
              <a:t>India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seeking</a:t>
            </a:r>
            <a:r>
              <a:rPr dirty="0" sz="125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Times New Roman"/>
                <a:cs typeface="Times New Roman"/>
              </a:rPr>
              <a:t>syllabus-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relevant</a:t>
            </a:r>
            <a:r>
              <a:rPr dirty="0" sz="125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Times New Roman"/>
                <a:cs typeface="Times New Roman"/>
              </a:rPr>
              <a:t>study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material</a:t>
            </a:r>
            <a:r>
              <a:rPr dirty="0" sz="125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35">
                <a:solidFill>
                  <a:srgbClr val="FFFFFF"/>
                </a:solidFill>
                <a:latin typeface="Times New Roman"/>
                <a:cs typeface="Times New Roman"/>
              </a:rPr>
              <a:t>preparation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696" y="3479106"/>
            <a:ext cx="3257550" cy="151511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42875" rIns="0" bIns="0" rtlCol="0" vert="horz">
            <a:spAutoFit/>
          </a:bodyPr>
          <a:lstStyle/>
          <a:p>
            <a:pPr marL="757555">
              <a:lnSpc>
                <a:spcPct val="100000"/>
              </a:lnSpc>
              <a:spcBef>
                <a:spcPts val="112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Secondary</a:t>
            </a:r>
            <a:r>
              <a:rPr dirty="0" sz="1500" spc="114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Segment</a:t>
            </a:r>
            <a:endParaRPr sz="1500">
              <a:latin typeface="Times New Roman"/>
              <a:cs typeface="Times New Roman"/>
            </a:endParaRPr>
          </a:p>
          <a:p>
            <a:pPr algn="ctr" marL="307975" marR="306070">
              <a:lnSpc>
                <a:spcPts val="1410"/>
              </a:lnSpc>
              <a:spcBef>
                <a:spcPts val="1330"/>
              </a:spcBef>
            </a:pPr>
            <a:r>
              <a:rPr dirty="0" sz="1250" spc="20">
                <a:latin typeface="Times New Roman"/>
                <a:cs typeface="Times New Roman"/>
              </a:rPr>
              <a:t>Educational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institutions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looking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for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 spc="-50">
                <a:latin typeface="Times New Roman"/>
                <a:cs typeface="Times New Roman"/>
              </a:rPr>
              <a:t>a </a:t>
            </a:r>
            <a:r>
              <a:rPr dirty="0" sz="1250" spc="20">
                <a:latin typeface="Times New Roman"/>
                <a:cs typeface="Times New Roman"/>
              </a:rPr>
              <a:t>centralized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resource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repository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for </a:t>
            </a:r>
            <a:r>
              <a:rPr dirty="0" sz="1250" spc="35">
                <a:latin typeface="Times New Roman"/>
                <a:cs typeface="Times New Roman"/>
              </a:rPr>
              <a:t>students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8759" y="2241461"/>
            <a:ext cx="1221360" cy="12213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98942" y="3555973"/>
            <a:ext cx="2655570" cy="1242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1720"/>
              </a:lnSpc>
              <a:spcBef>
                <a:spcPts val="135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kamonmi</a:t>
            </a:r>
            <a:endParaRPr sz="1500">
              <a:latin typeface="Times New Roman"/>
              <a:cs typeface="Times New Roman"/>
            </a:endParaRPr>
          </a:p>
          <a:p>
            <a:pPr algn="ctr" marL="370840" marR="363220">
              <a:lnSpc>
                <a:spcPts val="154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Age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years: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20 </a:t>
            </a:r>
            <a:r>
              <a:rPr dirty="0" sz="1400" b="1">
                <a:latin typeface="Times New Roman"/>
                <a:cs typeface="Times New Roman"/>
              </a:rPr>
              <a:t>Location:</a:t>
            </a:r>
            <a:r>
              <a:rPr dirty="0" sz="1400" spc="4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Metropolitan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470"/>
              </a:lnSpc>
            </a:pPr>
            <a:r>
              <a:rPr dirty="0" sz="1400" spc="10" b="1">
                <a:latin typeface="Times New Roman"/>
                <a:cs typeface="Times New Roman"/>
              </a:rPr>
              <a:t>Organizational</a:t>
            </a:r>
            <a:r>
              <a:rPr dirty="0" sz="1400" spc="355" b="1">
                <a:latin typeface="Times New Roman"/>
                <a:cs typeface="Times New Roman"/>
              </a:rPr>
              <a:t> </a:t>
            </a:r>
            <a:r>
              <a:rPr dirty="0" sz="1400" spc="10" b="1">
                <a:latin typeface="Times New Roman"/>
                <a:cs typeface="Times New Roman"/>
              </a:rPr>
              <a:t>Role:</a:t>
            </a:r>
            <a:r>
              <a:rPr dirty="0" sz="1400" spc="3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{Persona's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570"/>
              </a:lnSpc>
            </a:pPr>
            <a:r>
              <a:rPr dirty="0" sz="1400" b="1">
                <a:latin typeface="Times New Roman"/>
                <a:cs typeface="Times New Roman"/>
              </a:rPr>
              <a:t>primary</a:t>
            </a:r>
            <a:r>
              <a:rPr dirty="0" sz="1400" spc="35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role}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(if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applicable)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6745" y="2269473"/>
            <a:ext cx="62674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0">
                <a:latin typeface="Times New Roman"/>
                <a:cs typeface="Times New Roman"/>
              </a:rPr>
              <a:t>Persona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8751" y="2607881"/>
            <a:ext cx="1775460" cy="163195"/>
          </a:xfrm>
          <a:custGeom>
            <a:avLst/>
            <a:gdLst/>
            <a:ahLst/>
            <a:cxnLst/>
            <a:rect l="l" t="t" r="r" b="b"/>
            <a:pathLst>
              <a:path w="1775460" h="163194">
                <a:moveTo>
                  <a:pt x="1628482" y="73279"/>
                </a:moveTo>
                <a:lnTo>
                  <a:pt x="0" y="73279"/>
                </a:lnTo>
                <a:lnTo>
                  <a:pt x="0" y="97701"/>
                </a:lnTo>
                <a:lnTo>
                  <a:pt x="1628482" y="97701"/>
                </a:lnTo>
                <a:lnTo>
                  <a:pt x="1628482" y="73279"/>
                </a:lnTo>
                <a:close/>
              </a:path>
              <a:path w="1775460" h="163194">
                <a:moveTo>
                  <a:pt x="1775053" y="81419"/>
                </a:moveTo>
                <a:lnTo>
                  <a:pt x="1652917" y="0"/>
                </a:lnTo>
                <a:lnTo>
                  <a:pt x="1652917" y="162839"/>
                </a:lnTo>
                <a:lnTo>
                  <a:pt x="1775053" y="8141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8120" y="1288800"/>
            <a:ext cx="9413240" cy="16510"/>
          </a:xfrm>
          <a:custGeom>
            <a:avLst/>
            <a:gdLst/>
            <a:ahLst/>
            <a:cxnLst/>
            <a:rect l="l" t="t" r="r" b="b"/>
            <a:pathLst>
              <a:path w="9413240" h="16509">
                <a:moveTo>
                  <a:pt x="9412614" y="16284"/>
                </a:moveTo>
                <a:lnTo>
                  <a:pt x="0" y="16284"/>
                </a:lnTo>
                <a:lnTo>
                  <a:pt x="0" y="0"/>
                </a:lnTo>
                <a:lnTo>
                  <a:pt x="9412614" y="0"/>
                </a:lnTo>
                <a:lnTo>
                  <a:pt x="9412614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281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Arial"/>
                <a:cs typeface="Arial"/>
              </a:rPr>
              <a:t>Customer</a:t>
            </a:r>
            <a:r>
              <a:rPr dirty="0" spc="-13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Profile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647" y="678121"/>
            <a:ext cx="977088" cy="5129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8120" y="1565642"/>
            <a:ext cx="4544060" cy="252476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Education: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High school pass </a:t>
            </a:r>
            <a:r>
              <a:rPr dirty="0" sz="1150" spc="-25">
                <a:solidFill>
                  <a:srgbClr val="FFFFFF"/>
                </a:solidFill>
                <a:latin typeface="Arial"/>
                <a:cs typeface="Arial"/>
              </a:rPr>
              <a:t>out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Gender: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Female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Occupation: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Interests/Hobbies: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Sports and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Fitness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Primary Source of Information: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News</a:t>
            </a:r>
            <a:r>
              <a:rPr dirty="0" sz="11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FFFFFF"/>
                </a:solidFill>
                <a:latin typeface="Arial"/>
                <a:cs typeface="Arial"/>
              </a:rPr>
              <a:t>Apps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7276" y="1565642"/>
            <a:ext cx="4544060" cy="252476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06680" rIns="0" bIns="0" rtlCol="0" vert="horz">
            <a:spAutoFit/>
          </a:bodyPr>
          <a:lstStyle/>
          <a:p>
            <a:pPr marL="194945" marR="2193290">
              <a:lnSpc>
                <a:spcPct val="234600"/>
              </a:lnSpc>
              <a:spcBef>
                <a:spcPts val="84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Shopping Preference: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Hybrid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Comfort</a:t>
            </a:r>
            <a:r>
              <a:rPr dirty="0" sz="11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Technology: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FFFFFF"/>
                </a:solidFill>
                <a:latin typeface="Arial"/>
                <a:cs typeface="Arial"/>
              </a:rPr>
              <a:t>High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Favourite Social Media: </a:t>
            </a:r>
            <a:r>
              <a:rPr dirty="0" sz="1150" spc="-5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Favourite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Offline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Gathering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Spots: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cafes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Jobs-to-be-</a:t>
            </a:r>
            <a:r>
              <a:rPr dirty="0" spc="-20"/>
              <a:t>Done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980905"/>
            <a:ext cx="2931795" cy="2849880"/>
            <a:chOff x="857253" y="1980905"/>
            <a:chExt cx="2931795" cy="2849880"/>
          </a:xfrm>
        </p:grpSpPr>
        <p:sp>
          <p:nvSpPr>
            <p:cNvPr id="5" name="object 5"/>
            <p:cNvSpPr/>
            <p:nvPr/>
          </p:nvSpPr>
          <p:spPr>
            <a:xfrm>
              <a:off x="857253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38144" y="2136888"/>
              <a:ext cx="305435" cy="265430"/>
            </a:xfrm>
            <a:custGeom>
              <a:avLst/>
              <a:gdLst/>
              <a:ahLst/>
              <a:cxnLst/>
              <a:rect l="l" t="t" r="r" b="b"/>
              <a:pathLst>
                <a:path w="305435" h="265430">
                  <a:moveTo>
                    <a:pt x="305333" y="143129"/>
                  </a:moveTo>
                  <a:lnTo>
                    <a:pt x="175564" y="143129"/>
                  </a:lnTo>
                  <a:lnTo>
                    <a:pt x="175564" y="150761"/>
                  </a:lnTo>
                  <a:lnTo>
                    <a:pt x="175564" y="159156"/>
                  </a:lnTo>
                  <a:lnTo>
                    <a:pt x="168694" y="166027"/>
                  </a:lnTo>
                  <a:lnTo>
                    <a:pt x="136626" y="166027"/>
                  </a:lnTo>
                  <a:lnTo>
                    <a:pt x="129755" y="159156"/>
                  </a:lnTo>
                  <a:lnTo>
                    <a:pt x="129755" y="143129"/>
                  </a:lnTo>
                  <a:lnTo>
                    <a:pt x="0" y="143129"/>
                  </a:lnTo>
                  <a:lnTo>
                    <a:pt x="0" y="258394"/>
                  </a:lnTo>
                  <a:lnTo>
                    <a:pt x="6858" y="265264"/>
                  </a:lnTo>
                  <a:lnTo>
                    <a:pt x="298462" y="265264"/>
                  </a:lnTo>
                  <a:lnTo>
                    <a:pt x="305333" y="258394"/>
                  </a:lnTo>
                  <a:lnTo>
                    <a:pt x="305333" y="143129"/>
                  </a:lnTo>
                  <a:close/>
                </a:path>
                <a:path w="305435" h="265430">
                  <a:moveTo>
                    <a:pt x="305333" y="58394"/>
                  </a:moveTo>
                  <a:lnTo>
                    <a:pt x="298462" y="51523"/>
                  </a:lnTo>
                  <a:lnTo>
                    <a:pt x="213728" y="51523"/>
                  </a:lnTo>
                  <a:lnTo>
                    <a:pt x="213728" y="26720"/>
                  </a:lnTo>
                  <a:lnTo>
                    <a:pt x="212966" y="22898"/>
                  </a:lnTo>
                  <a:lnTo>
                    <a:pt x="211645" y="16268"/>
                  </a:lnTo>
                  <a:lnTo>
                    <a:pt x="205955" y="7772"/>
                  </a:lnTo>
                  <a:lnTo>
                    <a:pt x="197459" y="2082"/>
                  </a:lnTo>
                  <a:lnTo>
                    <a:pt x="190830" y="762"/>
                  </a:lnTo>
                  <a:lnTo>
                    <a:pt x="190830" y="24422"/>
                  </a:lnTo>
                  <a:lnTo>
                    <a:pt x="190830" y="51523"/>
                  </a:lnTo>
                  <a:lnTo>
                    <a:pt x="114490" y="51523"/>
                  </a:lnTo>
                  <a:lnTo>
                    <a:pt x="114490" y="24422"/>
                  </a:lnTo>
                  <a:lnTo>
                    <a:pt x="116027" y="22898"/>
                  </a:lnTo>
                  <a:lnTo>
                    <a:pt x="189306" y="22898"/>
                  </a:lnTo>
                  <a:lnTo>
                    <a:pt x="190830" y="24422"/>
                  </a:lnTo>
                  <a:lnTo>
                    <a:pt x="190830" y="762"/>
                  </a:lnTo>
                  <a:lnTo>
                    <a:pt x="187007" y="0"/>
                  </a:lnTo>
                  <a:lnTo>
                    <a:pt x="118313" y="0"/>
                  </a:lnTo>
                  <a:lnTo>
                    <a:pt x="107861" y="2082"/>
                  </a:lnTo>
                  <a:lnTo>
                    <a:pt x="99377" y="7772"/>
                  </a:lnTo>
                  <a:lnTo>
                    <a:pt x="93675" y="16268"/>
                  </a:lnTo>
                  <a:lnTo>
                    <a:pt x="91592" y="26720"/>
                  </a:lnTo>
                  <a:lnTo>
                    <a:pt x="91592" y="51523"/>
                  </a:lnTo>
                  <a:lnTo>
                    <a:pt x="6858" y="51523"/>
                  </a:lnTo>
                  <a:lnTo>
                    <a:pt x="0" y="58394"/>
                  </a:lnTo>
                  <a:lnTo>
                    <a:pt x="0" y="127863"/>
                  </a:lnTo>
                  <a:lnTo>
                    <a:pt x="129755" y="127863"/>
                  </a:lnTo>
                  <a:lnTo>
                    <a:pt x="129755" y="120230"/>
                  </a:lnTo>
                  <a:lnTo>
                    <a:pt x="175564" y="120230"/>
                  </a:lnTo>
                  <a:lnTo>
                    <a:pt x="175564" y="127863"/>
                  </a:lnTo>
                  <a:lnTo>
                    <a:pt x="305333" y="127863"/>
                  </a:lnTo>
                  <a:lnTo>
                    <a:pt x="305333" y="120230"/>
                  </a:lnTo>
                  <a:lnTo>
                    <a:pt x="305333" y="58394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57253" y="1980905"/>
            <a:ext cx="2931795" cy="28498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20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Functional</a:t>
            </a:r>
            <a:r>
              <a:rPr dirty="0" sz="1400" spc="4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133985">
              <a:lnSpc>
                <a:spcPct val="92300"/>
              </a:lnSpc>
            </a:pPr>
            <a:r>
              <a:rPr dirty="0" sz="1150">
                <a:latin typeface="Times New Roman"/>
                <a:cs typeface="Times New Roman"/>
              </a:rPr>
              <a:t>Find</a:t>
            </a:r>
            <a:r>
              <a:rPr dirty="0" sz="1150" spc="4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reliable,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syllabus-aligned</a:t>
            </a:r>
            <a:r>
              <a:rPr dirty="0" sz="1150" spc="40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study </a:t>
            </a:r>
            <a:r>
              <a:rPr dirty="0" sz="1150">
                <a:latin typeface="Times New Roman"/>
                <a:cs typeface="Times New Roman"/>
              </a:rPr>
              <a:t>materials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quickly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notes,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previous-</a:t>
            </a:r>
            <a:r>
              <a:rPr dirty="0" sz="1150">
                <a:latin typeface="Times New Roman"/>
                <a:cs typeface="Times New Roman"/>
              </a:rPr>
              <a:t>year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question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papers,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question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banks,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revision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one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place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Verify </a:t>
            </a:r>
            <a:r>
              <a:rPr dirty="0" sz="1150">
                <a:latin typeface="Times New Roman"/>
                <a:cs typeface="Times New Roman"/>
              </a:rPr>
              <a:t>whether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study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material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relevant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 </a:t>
            </a:r>
            <a:r>
              <a:rPr dirty="0" sz="1150">
                <a:latin typeface="Times New Roman"/>
                <a:cs typeface="Times New Roman"/>
              </a:rPr>
              <a:t>current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syllabus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Organize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study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resources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subject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upcoming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exams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Reduce </a:t>
            </a:r>
            <a:r>
              <a:rPr dirty="0" sz="1150">
                <a:latin typeface="Times New Roman"/>
                <a:cs typeface="Times New Roman"/>
              </a:rPr>
              <a:t>time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spent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searching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websites, </a:t>
            </a:r>
            <a:r>
              <a:rPr dirty="0" sz="1150">
                <a:latin typeface="Times New Roman"/>
                <a:cs typeface="Times New Roman"/>
              </a:rPr>
              <a:t>YouTube,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WhatsApp,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Telegram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18796" y="1980905"/>
            <a:ext cx="2931795" cy="2849880"/>
            <a:chOff x="3918796" y="1980905"/>
            <a:chExt cx="2931795" cy="2849880"/>
          </a:xfrm>
        </p:grpSpPr>
        <p:sp>
          <p:nvSpPr>
            <p:cNvPr id="9" name="object 9"/>
            <p:cNvSpPr/>
            <p:nvPr/>
          </p:nvSpPr>
          <p:spPr>
            <a:xfrm>
              <a:off x="3918796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26528" y="2123202"/>
              <a:ext cx="228600" cy="326390"/>
            </a:xfrm>
            <a:custGeom>
              <a:avLst/>
              <a:gdLst/>
              <a:ahLst/>
              <a:cxnLst/>
              <a:rect l="l" t="t" r="r" b="b"/>
              <a:pathLst>
                <a:path w="228600" h="326389">
                  <a:moveTo>
                    <a:pt x="114120" y="326086"/>
                  </a:moveTo>
                  <a:lnTo>
                    <a:pt x="96289" y="313483"/>
                  </a:lnTo>
                  <a:lnTo>
                    <a:pt x="57060" y="280541"/>
                  </a:lnTo>
                  <a:lnTo>
                    <a:pt x="17831" y="234565"/>
                  </a:lnTo>
                  <a:lnTo>
                    <a:pt x="0" y="182855"/>
                  </a:lnTo>
                  <a:lnTo>
                    <a:pt x="2401" y="167869"/>
                  </a:lnTo>
                  <a:lnTo>
                    <a:pt x="9085" y="153680"/>
                  </a:lnTo>
                  <a:lnTo>
                    <a:pt x="19274" y="141321"/>
                  </a:lnTo>
                  <a:lnTo>
                    <a:pt x="32187" y="131829"/>
                  </a:lnTo>
                  <a:lnTo>
                    <a:pt x="32187" y="83714"/>
                  </a:lnTo>
                  <a:lnTo>
                    <a:pt x="38626" y="51128"/>
                  </a:lnTo>
                  <a:lnTo>
                    <a:pt x="56185" y="24519"/>
                  </a:lnTo>
                  <a:lnTo>
                    <a:pt x="82228" y="6578"/>
                  </a:lnTo>
                  <a:lnTo>
                    <a:pt x="114120" y="0"/>
                  </a:lnTo>
                  <a:lnTo>
                    <a:pt x="146012" y="6578"/>
                  </a:lnTo>
                  <a:lnTo>
                    <a:pt x="171183" y="23918"/>
                  </a:lnTo>
                  <a:lnTo>
                    <a:pt x="114120" y="23918"/>
                  </a:lnTo>
                  <a:lnTo>
                    <a:pt x="91340" y="28617"/>
                  </a:lnTo>
                  <a:lnTo>
                    <a:pt x="72738" y="41432"/>
                  </a:lnTo>
                  <a:lnTo>
                    <a:pt x="60196" y="60438"/>
                  </a:lnTo>
                  <a:lnTo>
                    <a:pt x="55597" y="83714"/>
                  </a:lnTo>
                  <a:lnTo>
                    <a:pt x="55597" y="125212"/>
                  </a:lnTo>
                  <a:lnTo>
                    <a:pt x="70754" y="127240"/>
                  </a:lnTo>
                  <a:lnTo>
                    <a:pt x="85970" y="134769"/>
                  </a:lnTo>
                  <a:lnTo>
                    <a:pt x="100631" y="148622"/>
                  </a:lnTo>
                  <a:lnTo>
                    <a:pt x="114120" y="169620"/>
                  </a:lnTo>
                  <a:lnTo>
                    <a:pt x="223478" y="169620"/>
                  </a:lnTo>
                  <a:lnTo>
                    <a:pt x="228198" y="182855"/>
                  </a:lnTo>
                  <a:lnTo>
                    <a:pt x="223970" y="195342"/>
                  </a:lnTo>
                  <a:lnTo>
                    <a:pt x="112719" y="195342"/>
                  </a:lnTo>
                  <a:lnTo>
                    <a:pt x="104032" y="197640"/>
                  </a:lnTo>
                  <a:lnTo>
                    <a:pt x="96821" y="203099"/>
                  </a:lnTo>
                  <a:lnTo>
                    <a:pt x="92049" y="211250"/>
                  </a:lnTo>
                  <a:lnTo>
                    <a:pt x="90747" y="220655"/>
                  </a:lnTo>
                  <a:lnTo>
                    <a:pt x="92997" y="229531"/>
                  </a:lnTo>
                  <a:lnTo>
                    <a:pt x="98340" y="236898"/>
                  </a:lnTo>
                  <a:lnTo>
                    <a:pt x="106317" y="241774"/>
                  </a:lnTo>
                  <a:lnTo>
                    <a:pt x="106317" y="263101"/>
                  </a:lnTo>
                  <a:lnTo>
                    <a:pt x="186085" y="263101"/>
                  </a:lnTo>
                  <a:lnTo>
                    <a:pt x="171193" y="280541"/>
                  </a:lnTo>
                  <a:lnTo>
                    <a:pt x="131954" y="313483"/>
                  </a:lnTo>
                  <a:lnTo>
                    <a:pt x="114120" y="326086"/>
                  </a:lnTo>
                  <a:close/>
                </a:path>
                <a:path w="228600" h="326389">
                  <a:moveTo>
                    <a:pt x="196053" y="99659"/>
                  </a:moveTo>
                  <a:lnTo>
                    <a:pt x="172644" y="99659"/>
                  </a:lnTo>
                  <a:lnTo>
                    <a:pt x="172644" y="83714"/>
                  </a:lnTo>
                  <a:lnTo>
                    <a:pt x="168045" y="60438"/>
                  </a:lnTo>
                  <a:lnTo>
                    <a:pt x="155503" y="41432"/>
                  </a:lnTo>
                  <a:lnTo>
                    <a:pt x="136900" y="28617"/>
                  </a:lnTo>
                  <a:lnTo>
                    <a:pt x="114120" y="23918"/>
                  </a:lnTo>
                  <a:lnTo>
                    <a:pt x="171183" y="23918"/>
                  </a:lnTo>
                  <a:lnTo>
                    <a:pt x="172056" y="24519"/>
                  </a:lnTo>
                  <a:lnTo>
                    <a:pt x="189615" y="51128"/>
                  </a:lnTo>
                  <a:lnTo>
                    <a:pt x="196053" y="83714"/>
                  </a:lnTo>
                  <a:lnTo>
                    <a:pt x="196053" y="99659"/>
                  </a:lnTo>
                  <a:close/>
                </a:path>
                <a:path w="228600" h="326389">
                  <a:moveTo>
                    <a:pt x="223478" y="169620"/>
                  </a:moveTo>
                  <a:lnTo>
                    <a:pt x="114120" y="169620"/>
                  </a:lnTo>
                  <a:lnTo>
                    <a:pt x="149794" y="130263"/>
                  </a:lnTo>
                  <a:lnTo>
                    <a:pt x="187041" y="127848"/>
                  </a:lnTo>
                  <a:lnTo>
                    <a:pt x="216357" y="149658"/>
                  </a:lnTo>
                  <a:lnTo>
                    <a:pt x="223478" y="169620"/>
                  </a:lnTo>
                  <a:close/>
                </a:path>
                <a:path w="228600" h="326389">
                  <a:moveTo>
                    <a:pt x="186085" y="263101"/>
                  </a:moveTo>
                  <a:lnTo>
                    <a:pt x="121923" y="263101"/>
                  </a:lnTo>
                  <a:lnTo>
                    <a:pt x="121923" y="241774"/>
                  </a:lnTo>
                  <a:lnTo>
                    <a:pt x="128590" y="239366"/>
                  </a:lnTo>
                  <a:lnTo>
                    <a:pt x="133834" y="234007"/>
                  </a:lnTo>
                  <a:lnTo>
                    <a:pt x="136191" y="227196"/>
                  </a:lnTo>
                  <a:lnTo>
                    <a:pt x="137494" y="217792"/>
                  </a:lnTo>
                  <a:lnTo>
                    <a:pt x="135244" y="208916"/>
                  </a:lnTo>
                  <a:lnTo>
                    <a:pt x="129901" y="201549"/>
                  </a:lnTo>
                  <a:lnTo>
                    <a:pt x="121923" y="196673"/>
                  </a:lnTo>
                  <a:lnTo>
                    <a:pt x="112719" y="195342"/>
                  </a:lnTo>
                  <a:lnTo>
                    <a:pt x="223970" y="195342"/>
                  </a:lnTo>
                  <a:lnTo>
                    <a:pt x="210427" y="234565"/>
                  </a:lnTo>
                  <a:lnTo>
                    <a:pt x="208460" y="236898"/>
                  </a:lnTo>
                  <a:lnTo>
                    <a:pt x="186085" y="263101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918796" y="1980905"/>
            <a:ext cx="2931795" cy="284988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8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Emotional</a:t>
            </a:r>
            <a:r>
              <a:rPr dirty="0" sz="1400" spc="44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114935">
              <a:lnSpc>
                <a:spcPct val="92300"/>
              </a:lnSpc>
            </a:pP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confident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studying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accurate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relevant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material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less </a:t>
            </a:r>
            <a:r>
              <a:rPr dirty="0" sz="1150">
                <a:latin typeface="Times New Roman"/>
                <a:cs typeface="Times New Roman"/>
              </a:rPr>
              <a:t>stressed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overwhelmed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during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exam </a:t>
            </a:r>
            <a:r>
              <a:rPr dirty="0" sz="1150">
                <a:latin typeface="Times New Roman"/>
                <a:cs typeface="Times New Roman"/>
              </a:rPr>
              <a:t>preparation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control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her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study </a:t>
            </a:r>
            <a:r>
              <a:rPr dirty="0" sz="1150">
                <a:latin typeface="Times New Roman"/>
                <a:cs typeface="Times New Roman"/>
              </a:rPr>
              <a:t>schedule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reassured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not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missing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important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topics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or </a:t>
            </a:r>
            <a:r>
              <a:rPr dirty="0" sz="1150">
                <a:latin typeface="Times New Roman"/>
                <a:cs typeface="Times New Roman"/>
              </a:rPr>
              <a:t>questions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motivated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prepared </a:t>
            </a:r>
            <a:r>
              <a:rPr dirty="0" sz="1150">
                <a:latin typeface="Times New Roman"/>
                <a:cs typeface="Times New Roman"/>
              </a:rPr>
              <a:t>rather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than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anxious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about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upcoming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 spc="-10">
                <a:latin typeface="Times New Roman"/>
                <a:cs typeface="Times New Roman"/>
              </a:rPr>
              <a:t>exams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80338" y="1980905"/>
            <a:ext cx="2931795" cy="2849880"/>
            <a:chOff x="6980338" y="1980905"/>
            <a:chExt cx="2931795" cy="2849880"/>
          </a:xfrm>
        </p:grpSpPr>
        <p:sp>
          <p:nvSpPr>
            <p:cNvPr id="13" name="object 13"/>
            <p:cNvSpPr/>
            <p:nvPr/>
          </p:nvSpPr>
          <p:spPr>
            <a:xfrm>
              <a:off x="6980338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5742" y="2150718"/>
              <a:ext cx="266822" cy="27105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980338" y="1980905"/>
            <a:ext cx="2931795" cy="284988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8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Social</a:t>
            </a:r>
            <a:r>
              <a:rPr dirty="0" sz="1400" spc="30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121285">
              <a:lnSpc>
                <a:spcPct val="92300"/>
              </a:lnSpc>
            </a:pPr>
            <a:r>
              <a:rPr dirty="0" sz="1150">
                <a:latin typeface="Times New Roman"/>
                <a:cs typeface="Times New Roman"/>
              </a:rPr>
              <a:t>Maintain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improve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her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academic </a:t>
            </a:r>
            <a:r>
              <a:rPr dirty="0" sz="1150">
                <a:latin typeface="Times New Roman"/>
                <a:cs typeface="Times New Roman"/>
              </a:rPr>
              <a:t>performance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compared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peers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Gain </a:t>
            </a:r>
            <a:r>
              <a:rPr dirty="0" sz="1150">
                <a:latin typeface="Times New Roman"/>
                <a:cs typeface="Times New Roman"/>
              </a:rPr>
              <a:t>recognition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classmates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being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well-prepared</a:t>
            </a:r>
            <a:r>
              <a:rPr dirty="0" sz="1150" spc="33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Receive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appreciation</a:t>
            </a:r>
            <a:r>
              <a:rPr dirty="0" sz="1150" spc="33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from </a:t>
            </a:r>
            <a:r>
              <a:rPr dirty="0" sz="1150">
                <a:latin typeface="Times New Roman"/>
                <a:cs typeface="Times New Roman"/>
              </a:rPr>
              <a:t>teachers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parents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good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academic </a:t>
            </a:r>
            <a:r>
              <a:rPr dirty="0" sz="1150">
                <a:latin typeface="Times New Roman"/>
                <a:cs typeface="Times New Roman"/>
              </a:rPr>
              <a:t>performance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able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confidently </a:t>
            </a:r>
            <a:r>
              <a:rPr dirty="0" sz="1150">
                <a:latin typeface="Times New Roman"/>
                <a:cs typeface="Times New Roman"/>
              </a:rPr>
              <a:t>participate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discussions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group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study </a:t>
            </a:r>
            <a:r>
              <a:rPr dirty="0" sz="1150">
                <a:latin typeface="Times New Roman"/>
                <a:cs typeface="Times New Roman"/>
              </a:rPr>
              <a:t>sessions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Share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useful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reliable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friends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classmates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Current</a:t>
            </a:r>
            <a:r>
              <a:rPr dirty="0" spc="35"/>
              <a:t> </a:t>
            </a:r>
            <a:r>
              <a:rPr dirty="0" spc="-10"/>
              <a:t>Alternatives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705578" y="1419079"/>
            <a:ext cx="757555" cy="757555"/>
            <a:chOff x="2705578" y="1419079"/>
            <a:chExt cx="757555" cy="757555"/>
          </a:xfrm>
        </p:grpSpPr>
        <p:sp>
          <p:nvSpPr>
            <p:cNvPr id="5" name="object 5"/>
            <p:cNvSpPr/>
            <p:nvPr/>
          </p:nvSpPr>
          <p:spPr>
            <a:xfrm>
              <a:off x="2705578" y="1419079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4" h="757555">
                  <a:moveTo>
                    <a:pt x="378621" y="757243"/>
                  </a:moveTo>
                  <a:lnTo>
                    <a:pt x="331128" y="754293"/>
                  </a:lnTo>
                  <a:lnTo>
                    <a:pt x="285395" y="745679"/>
                  </a:lnTo>
                  <a:lnTo>
                    <a:pt x="241778" y="731757"/>
                  </a:lnTo>
                  <a:lnTo>
                    <a:pt x="200630" y="712881"/>
                  </a:lnTo>
                  <a:lnTo>
                    <a:pt x="162307" y="689406"/>
                  </a:lnTo>
                  <a:lnTo>
                    <a:pt x="127164" y="661687"/>
                  </a:lnTo>
                  <a:lnTo>
                    <a:pt x="95556" y="630078"/>
                  </a:lnTo>
                  <a:lnTo>
                    <a:pt x="67836" y="594935"/>
                  </a:lnTo>
                  <a:lnTo>
                    <a:pt x="44361" y="556612"/>
                  </a:lnTo>
                  <a:lnTo>
                    <a:pt x="25485" y="515465"/>
                  </a:lnTo>
                  <a:lnTo>
                    <a:pt x="11563" y="471847"/>
                  </a:lnTo>
                  <a:lnTo>
                    <a:pt x="2950" y="426114"/>
                  </a:lnTo>
                  <a:lnTo>
                    <a:pt x="0" y="378621"/>
                  </a:lnTo>
                  <a:lnTo>
                    <a:pt x="2950" y="331128"/>
                  </a:lnTo>
                  <a:lnTo>
                    <a:pt x="11563" y="285395"/>
                  </a:lnTo>
                  <a:lnTo>
                    <a:pt x="25485" y="241778"/>
                  </a:lnTo>
                  <a:lnTo>
                    <a:pt x="44361" y="200630"/>
                  </a:lnTo>
                  <a:lnTo>
                    <a:pt x="67836" y="162307"/>
                  </a:lnTo>
                  <a:lnTo>
                    <a:pt x="95556" y="127164"/>
                  </a:lnTo>
                  <a:lnTo>
                    <a:pt x="127164" y="95556"/>
                  </a:lnTo>
                  <a:lnTo>
                    <a:pt x="162307" y="67836"/>
                  </a:lnTo>
                  <a:lnTo>
                    <a:pt x="200630" y="44361"/>
                  </a:lnTo>
                  <a:lnTo>
                    <a:pt x="241778" y="25485"/>
                  </a:lnTo>
                  <a:lnTo>
                    <a:pt x="285395" y="11563"/>
                  </a:lnTo>
                  <a:lnTo>
                    <a:pt x="331128" y="2950"/>
                  </a:lnTo>
                  <a:lnTo>
                    <a:pt x="378621" y="0"/>
                  </a:lnTo>
                  <a:lnTo>
                    <a:pt x="426114" y="2950"/>
                  </a:lnTo>
                  <a:lnTo>
                    <a:pt x="471847" y="11563"/>
                  </a:lnTo>
                  <a:lnTo>
                    <a:pt x="515465" y="25485"/>
                  </a:lnTo>
                  <a:lnTo>
                    <a:pt x="556612" y="44361"/>
                  </a:lnTo>
                  <a:lnTo>
                    <a:pt x="594935" y="67836"/>
                  </a:lnTo>
                  <a:lnTo>
                    <a:pt x="630078" y="95556"/>
                  </a:lnTo>
                  <a:lnTo>
                    <a:pt x="661687" y="127164"/>
                  </a:lnTo>
                  <a:lnTo>
                    <a:pt x="689406" y="162307"/>
                  </a:lnTo>
                  <a:lnTo>
                    <a:pt x="712881" y="200630"/>
                  </a:lnTo>
                  <a:lnTo>
                    <a:pt x="731757" y="241778"/>
                  </a:lnTo>
                  <a:lnTo>
                    <a:pt x="745679" y="285395"/>
                  </a:lnTo>
                  <a:lnTo>
                    <a:pt x="754293" y="331128"/>
                  </a:lnTo>
                  <a:lnTo>
                    <a:pt x="757243" y="378621"/>
                  </a:lnTo>
                  <a:lnTo>
                    <a:pt x="754293" y="426114"/>
                  </a:lnTo>
                  <a:lnTo>
                    <a:pt x="745679" y="471847"/>
                  </a:lnTo>
                  <a:lnTo>
                    <a:pt x="731757" y="515465"/>
                  </a:lnTo>
                  <a:lnTo>
                    <a:pt x="712881" y="556612"/>
                  </a:lnTo>
                  <a:lnTo>
                    <a:pt x="689406" y="594935"/>
                  </a:lnTo>
                  <a:lnTo>
                    <a:pt x="661687" y="630078"/>
                  </a:lnTo>
                  <a:lnTo>
                    <a:pt x="630078" y="661687"/>
                  </a:lnTo>
                  <a:lnTo>
                    <a:pt x="594935" y="689406"/>
                  </a:lnTo>
                  <a:lnTo>
                    <a:pt x="556612" y="712881"/>
                  </a:lnTo>
                  <a:lnTo>
                    <a:pt x="515465" y="731757"/>
                  </a:lnTo>
                  <a:lnTo>
                    <a:pt x="471847" y="745679"/>
                  </a:lnTo>
                  <a:lnTo>
                    <a:pt x="426114" y="754293"/>
                  </a:lnTo>
                  <a:lnTo>
                    <a:pt x="378621" y="75724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718" y="1484218"/>
              <a:ext cx="597183" cy="60493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07401" y="2302043"/>
            <a:ext cx="4139565" cy="1703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45" b="1">
                <a:latin typeface="Times New Roman"/>
                <a:cs typeface="Times New Roman"/>
              </a:rPr>
              <a:t>Current</a:t>
            </a:r>
            <a:r>
              <a:rPr dirty="0" sz="1500" spc="30" b="1">
                <a:latin typeface="Times New Roman"/>
                <a:cs typeface="Times New Roman"/>
              </a:rPr>
              <a:t> </a:t>
            </a:r>
            <a:r>
              <a:rPr dirty="0" sz="1500" spc="40" b="1">
                <a:latin typeface="Times New Roman"/>
                <a:cs typeface="Times New Roman"/>
              </a:rPr>
              <a:t>Alternatives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1525"/>
              </a:spcBef>
            </a:pPr>
            <a:r>
              <a:rPr dirty="0" sz="1250" spc="45">
                <a:latin typeface="Times New Roman"/>
                <a:cs typeface="Times New Roman"/>
              </a:rPr>
              <a:t>Searches</a:t>
            </a:r>
            <a:r>
              <a:rPr dirty="0" sz="1250" spc="229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Google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for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notes,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summaries,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explanations </a:t>
            </a:r>
            <a:r>
              <a:rPr dirty="0" sz="1250">
                <a:latin typeface="Times New Roman"/>
                <a:cs typeface="Times New Roman"/>
              </a:rPr>
              <a:t>Watches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YouTube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lectures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revision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videos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Downloads </a:t>
            </a:r>
            <a:r>
              <a:rPr dirty="0" sz="1250">
                <a:latin typeface="Times New Roman"/>
                <a:cs typeface="Times New Roman"/>
              </a:rPr>
              <a:t>notes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question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papers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from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different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educational </a:t>
            </a:r>
            <a:r>
              <a:rPr dirty="0" sz="1250" spc="45">
                <a:latin typeface="Times New Roman"/>
                <a:cs typeface="Times New Roman"/>
              </a:rPr>
              <a:t>websites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Uses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50">
                <a:latin typeface="Times New Roman"/>
                <a:cs typeface="Times New Roman"/>
              </a:rPr>
              <a:t>WhatsApp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Telegram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college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groups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to </a:t>
            </a:r>
            <a:r>
              <a:rPr dirty="0" sz="1250">
                <a:latin typeface="Times New Roman"/>
                <a:cs typeface="Times New Roman"/>
              </a:rPr>
              <a:t>exchange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material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Collects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notes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from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classmates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seniors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Uses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50">
                <a:latin typeface="Times New Roman"/>
                <a:cs typeface="Times New Roman"/>
              </a:rPr>
              <a:t>college-</a:t>
            </a:r>
            <a:r>
              <a:rPr dirty="0" sz="1250" spc="45">
                <a:latin typeface="Times New Roman"/>
                <a:cs typeface="Times New Roman"/>
              </a:rPr>
              <a:t>provided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material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45">
                <a:latin typeface="Times New Roman"/>
                <a:cs typeface="Times New Roman"/>
              </a:rPr>
              <a:t>learning</a:t>
            </a:r>
            <a:r>
              <a:rPr dirty="0" sz="1250" spc="10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portals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40895" y="1419079"/>
            <a:ext cx="757555" cy="757555"/>
            <a:chOff x="7240895" y="1419079"/>
            <a:chExt cx="757555" cy="757555"/>
          </a:xfrm>
        </p:grpSpPr>
        <p:sp>
          <p:nvSpPr>
            <p:cNvPr id="9" name="object 9"/>
            <p:cNvSpPr/>
            <p:nvPr/>
          </p:nvSpPr>
          <p:spPr>
            <a:xfrm>
              <a:off x="7240895" y="1419079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4" h="757555">
                  <a:moveTo>
                    <a:pt x="378621" y="757243"/>
                  </a:moveTo>
                  <a:lnTo>
                    <a:pt x="331128" y="754293"/>
                  </a:lnTo>
                  <a:lnTo>
                    <a:pt x="285395" y="745679"/>
                  </a:lnTo>
                  <a:lnTo>
                    <a:pt x="241778" y="731757"/>
                  </a:lnTo>
                  <a:lnTo>
                    <a:pt x="200630" y="712881"/>
                  </a:lnTo>
                  <a:lnTo>
                    <a:pt x="162307" y="689406"/>
                  </a:lnTo>
                  <a:lnTo>
                    <a:pt x="127164" y="661687"/>
                  </a:lnTo>
                  <a:lnTo>
                    <a:pt x="95556" y="630078"/>
                  </a:lnTo>
                  <a:lnTo>
                    <a:pt x="67836" y="594935"/>
                  </a:lnTo>
                  <a:lnTo>
                    <a:pt x="44361" y="556612"/>
                  </a:lnTo>
                  <a:lnTo>
                    <a:pt x="25485" y="515465"/>
                  </a:lnTo>
                  <a:lnTo>
                    <a:pt x="11563" y="471847"/>
                  </a:lnTo>
                  <a:lnTo>
                    <a:pt x="2950" y="426114"/>
                  </a:lnTo>
                  <a:lnTo>
                    <a:pt x="0" y="378621"/>
                  </a:lnTo>
                  <a:lnTo>
                    <a:pt x="2950" y="331128"/>
                  </a:lnTo>
                  <a:lnTo>
                    <a:pt x="11563" y="285395"/>
                  </a:lnTo>
                  <a:lnTo>
                    <a:pt x="25485" y="241778"/>
                  </a:lnTo>
                  <a:lnTo>
                    <a:pt x="44361" y="200630"/>
                  </a:lnTo>
                  <a:lnTo>
                    <a:pt x="67836" y="162307"/>
                  </a:lnTo>
                  <a:lnTo>
                    <a:pt x="95556" y="127164"/>
                  </a:lnTo>
                  <a:lnTo>
                    <a:pt x="127164" y="95556"/>
                  </a:lnTo>
                  <a:lnTo>
                    <a:pt x="162307" y="67836"/>
                  </a:lnTo>
                  <a:lnTo>
                    <a:pt x="200630" y="44361"/>
                  </a:lnTo>
                  <a:lnTo>
                    <a:pt x="241778" y="25485"/>
                  </a:lnTo>
                  <a:lnTo>
                    <a:pt x="285395" y="11563"/>
                  </a:lnTo>
                  <a:lnTo>
                    <a:pt x="331128" y="2950"/>
                  </a:lnTo>
                  <a:lnTo>
                    <a:pt x="378621" y="0"/>
                  </a:lnTo>
                  <a:lnTo>
                    <a:pt x="426114" y="2950"/>
                  </a:lnTo>
                  <a:lnTo>
                    <a:pt x="471847" y="11563"/>
                  </a:lnTo>
                  <a:lnTo>
                    <a:pt x="515465" y="25485"/>
                  </a:lnTo>
                  <a:lnTo>
                    <a:pt x="556612" y="44361"/>
                  </a:lnTo>
                  <a:lnTo>
                    <a:pt x="594935" y="67836"/>
                  </a:lnTo>
                  <a:lnTo>
                    <a:pt x="630078" y="95556"/>
                  </a:lnTo>
                  <a:lnTo>
                    <a:pt x="661687" y="127164"/>
                  </a:lnTo>
                  <a:lnTo>
                    <a:pt x="689406" y="162307"/>
                  </a:lnTo>
                  <a:lnTo>
                    <a:pt x="712881" y="200630"/>
                  </a:lnTo>
                  <a:lnTo>
                    <a:pt x="731757" y="241778"/>
                  </a:lnTo>
                  <a:lnTo>
                    <a:pt x="745679" y="285395"/>
                  </a:lnTo>
                  <a:lnTo>
                    <a:pt x="754293" y="331128"/>
                  </a:lnTo>
                  <a:lnTo>
                    <a:pt x="757243" y="378621"/>
                  </a:lnTo>
                  <a:lnTo>
                    <a:pt x="754293" y="426114"/>
                  </a:lnTo>
                  <a:lnTo>
                    <a:pt x="745679" y="471847"/>
                  </a:lnTo>
                  <a:lnTo>
                    <a:pt x="731757" y="515465"/>
                  </a:lnTo>
                  <a:lnTo>
                    <a:pt x="712881" y="556612"/>
                  </a:lnTo>
                  <a:lnTo>
                    <a:pt x="689406" y="594935"/>
                  </a:lnTo>
                  <a:lnTo>
                    <a:pt x="661687" y="630078"/>
                  </a:lnTo>
                  <a:lnTo>
                    <a:pt x="630078" y="661687"/>
                  </a:lnTo>
                  <a:lnTo>
                    <a:pt x="594935" y="689406"/>
                  </a:lnTo>
                  <a:lnTo>
                    <a:pt x="556612" y="712881"/>
                  </a:lnTo>
                  <a:lnTo>
                    <a:pt x="515465" y="731757"/>
                  </a:lnTo>
                  <a:lnTo>
                    <a:pt x="471847" y="745679"/>
                  </a:lnTo>
                  <a:lnTo>
                    <a:pt x="426114" y="754293"/>
                  </a:lnTo>
                  <a:lnTo>
                    <a:pt x="378621" y="75724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6747" y="1565642"/>
              <a:ext cx="545541" cy="46411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534576" y="2302043"/>
            <a:ext cx="4071620" cy="1524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b="1">
                <a:latin typeface="Times New Roman"/>
                <a:cs typeface="Times New Roman"/>
              </a:rPr>
              <a:t>Gaps</a:t>
            </a:r>
            <a:r>
              <a:rPr dirty="0" sz="1500" spc="19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</a:t>
            </a:r>
            <a:r>
              <a:rPr dirty="0" sz="1500" spc="195" b="1">
                <a:latin typeface="Times New Roman"/>
                <a:cs typeface="Times New Roman"/>
              </a:rPr>
              <a:t> </a:t>
            </a:r>
            <a:r>
              <a:rPr dirty="0" sz="1500" spc="45" b="1">
                <a:latin typeface="Times New Roman"/>
                <a:cs typeface="Times New Roman"/>
              </a:rPr>
              <a:t>Current</a:t>
            </a:r>
            <a:r>
              <a:rPr dirty="0" sz="1500" spc="85" b="1">
                <a:latin typeface="Times New Roman"/>
                <a:cs typeface="Times New Roman"/>
              </a:rPr>
              <a:t> </a:t>
            </a:r>
            <a:r>
              <a:rPr dirty="0" sz="1500" spc="40" b="1">
                <a:latin typeface="Times New Roman"/>
                <a:cs typeface="Times New Roman"/>
              </a:rPr>
              <a:t>Alternatives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1525"/>
              </a:spcBef>
            </a:pP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materials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are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scattered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across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multiple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websites, </a:t>
            </a:r>
            <a:r>
              <a:rPr dirty="0" sz="1250">
                <a:latin typeface="Times New Roman"/>
                <a:cs typeface="Times New Roman"/>
              </a:rPr>
              <a:t>apps,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messaging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groups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It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is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difficult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to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determine </a:t>
            </a:r>
            <a:r>
              <a:rPr dirty="0" sz="1250" spc="45">
                <a:latin typeface="Times New Roman"/>
                <a:cs typeface="Times New Roman"/>
              </a:rPr>
              <a:t>whether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online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notes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actually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match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the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current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syllabus </a:t>
            </a:r>
            <a:r>
              <a:rPr dirty="0" sz="1250" spc="10">
                <a:latin typeface="Times New Roman"/>
                <a:cs typeface="Times New Roman"/>
              </a:rPr>
              <a:t>Resources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can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be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outdated,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incomplete,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duplicated,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or </a:t>
            </a:r>
            <a:r>
              <a:rPr dirty="0" sz="1250" spc="45">
                <a:latin typeface="Times New Roman"/>
                <a:cs typeface="Times New Roman"/>
              </a:rPr>
              <a:t>inaccurate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Searching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for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the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right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material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takes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valuable </a:t>
            </a: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30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time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0000" y="2697436"/>
            <a:ext cx="16510" cy="1221740"/>
          </a:xfrm>
          <a:custGeom>
            <a:avLst/>
            <a:gdLst/>
            <a:ahLst/>
            <a:cxnLst/>
            <a:rect l="l" t="t" r="r" b="b"/>
            <a:pathLst>
              <a:path w="16510" h="1221739">
                <a:moveTo>
                  <a:pt x="16284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16284" y="0"/>
                </a:lnTo>
                <a:lnTo>
                  <a:pt x="16284" y="1221359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981" y="1761060"/>
            <a:ext cx="3598940" cy="38920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11922" y="2119325"/>
            <a:ext cx="5944235" cy="146621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  <a:p>
            <a:pPr algn="just" marL="260350" marR="363220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website/app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organized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relevant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notes,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pyqs,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resources,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verified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categorized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course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subject.</a:t>
            </a:r>
            <a:r>
              <a:rPr dirty="0" sz="14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(centralized</a:t>
            </a:r>
            <a:r>
              <a:rPr dirty="0" sz="14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dirty="0" sz="1400" spc="3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material</a:t>
            </a:r>
            <a:r>
              <a:rPr dirty="0" sz="1400" spc="3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platform)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1922" y="3829229"/>
            <a:ext cx="5944235" cy="146621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dirty="0" sz="1800" spc="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Technologies/</a:t>
            </a:r>
            <a:r>
              <a:rPr dirty="0" sz="1800" spc="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Methodologies</a:t>
            </a:r>
            <a:endParaRPr sz="1800">
              <a:latin typeface="Times New Roman"/>
              <a:cs typeface="Times New Roman"/>
            </a:endParaRPr>
          </a:p>
          <a:p>
            <a:pPr marL="260350" marR="403860">
              <a:lnSpc>
                <a:spcPts val="1540"/>
              </a:lnSpc>
              <a:spcBef>
                <a:spcPts val="1610"/>
              </a:spcBef>
            </a:pP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React.js,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Node.js,</a:t>
            </a:r>
            <a:r>
              <a:rPr dirty="0" sz="140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PostgreSQL,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Firebase,</a:t>
            </a:r>
            <a:r>
              <a:rPr dirty="0" sz="14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AWS,</a:t>
            </a:r>
            <a:r>
              <a:rPr dirty="0" sz="140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Elasticsearch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AI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search,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categorization,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summaries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recommendations.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Our</a:t>
            </a:r>
            <a:r>
              <a:rPr dirty="0" spc="65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Solution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Solution</a:t>
            </a:r>
            <a:r>
              <a:rPr dirty="0" spc="265"/>
              <a:t> </a:t>
            </a:r>
            <a:r>
              <a:rPr dirty="0" spc="-1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4553" y="4606342"/>
            <a:ext cx="2759075" cy="400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30"/>
              </a:spcBef>
            </a:pPr>
            <a:r>
              <a:rPr dirty="0" sz="1250" b="1">
                <a:latin typeface="Times New Roman"/>
                <a:cs typeface="Times New Roman"/>
              </a:rPr>
              <a:t>Solution</a:t>
            </a:r>
            <a:r>
              <a:rPr dirty="0" sz="1250" spc="440" b="1">
                <a:latin typeface="Times New Roman"/>
                <a:cs typeface="Times New Roman"/>
              </a:rPr>
              <a:t> </a:t>
            </a:r>
            <a:r>
              <a:rPr dirty="0" sz="1250" spc="35" b="1">
                <a:latin typeface="Times New Roman"/>
                <a:cs typeface="Times New Roman"/>
              </a:rPr>
              <a:t>Format: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455"/>
              </a:lnSpc>
            </a:pPr>
            <a:r>
              <a:rPr dirty="0" sz="1250">
                <a:latin typeface="Times New Roman"/>
                <a:cs typeface="Times New Roman"/>
              </a:rPr>
              <a:t>Digital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web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mobile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30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platform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9507" y="4961023"/>
            <a:ext cx="16510" cy="407670"/>
          </a:xfrm>
          <a:custGeom>
            <a:avLst/>
            <a:gdLst/>
            <a:ahLst/>
            <a:cxnLst/>
            <a:rect l="l" t="t" r="r" b="b"/>
            <a:pathLst>
              <a:path w="16510" h="407670">
                <a:moveTo>
                  <a:pt x="16284" y="407119"/>
                </a:moveTo>
                <a:lnTo>
                  <a:pt x="0" y="407119"/>
                </a:lnTo>
                <a:lnTo>
                  <a:pt x="0" y="0"/>
                </a:lnTo>
                <a:lnTo>
                  <a:pt x="16284" y="0"/>
                </a:lnTo>
                <a:lnTo>
                  <a:pt x="16284" y="407119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220978" y="4606342"/>
            <a:ext cx="5647690" cy="579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30"/>
              </a:spcBef>
            </a:pPr>
            <a:r>
              <a:rPr dirty="0" sz="1250" spc="10" b="1">
                <a:latin typeface="Times New Roman"/>
                <a:cs typeface="Times New Roman"/>
              </a:rPr>
              <a:t>Core</a:t>
            </a:r>
            <a:r>
              <a:rPr dirty="0" sz="1250" spc="310" b="1">
                <a:latin typeface="Times New Roman"/>
                <a:cs typeface="Times New Roman"/>
              </a:rPr>
              <a:t> </a:t>
            </a:r>
            <a:r>
              <a:rPr dirty="0" sz="1250" spc="10" b="1">
                <a:latin typeface="Times New Roman"/>
                <a:cs typeface="Times New Roman"/>
              </a:rPr>
              <a:t>Technologies/</a:t>
            </a:r>
            <a:r>
              <a:rPr dirty="0" sz="1250" spc="350" b="1">
                <a:latin typeface="Times New Roman"/>
                <a:cs typeface="Times New Roman"/>
              </a:rPr>
              <a:t> </a:t>
            </a:r>
            <a:r>
              <a:rPr dirty="0" sz="1250" spc="35" b="1">
                <a:latin typeface="Times New Roman"/>
                <a:cs typeface="Times New Roman"/>
              </a:rPr>
              <a:t>Methodologies: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80"/>
              </a:spcBef>
            </a:pPr>
            <a:r>
              <a:rPr dirty="0" sz="1250" spc="45">
                <a:latin typeface="Times New Roman"/>
                <a:cs typeface="Times New Roman"/>
              </a:rPr>
              <a:t>React.js,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Node.js,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PostgreSQL,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Firebase,</a:t>
            </a:r>
            <a:r>
              <a:rPr dirty="0" sz="1250" spc="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AWS,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Elasticsearch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for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search, </a:t>
            </a:r>
            <a:r>
              <a:rPr dirty="0" sz="1250" spc="45">
                <a:latin typeface="Times New Roman"/>
                <a:cs typeface="Times New Roman"/>
              </a:rPr>
              <a:t>categorization,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summaries</a:t>
            </a:r>
            <a:r>
              <a:rPr dirty="0" sz="1250" spc="1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65">
                <a:latin typeface="Times New Roman"/>
                <a:cs typeface="Times New Roman"/>
              </a:rPr>
              <a:t> </a:t>
            </a:r>
            <a:r>
              <a:rPr dirty="0" sz="1250" spc="40">
                <a:latin typeface="Times New Roman"/>
                <a:cs typeface="Times New Roman"/>
              </a:rPr>
              <a:t>recommendations.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7253" y="1378367"/>
            <a:ext cx="2972435" cy="2849880"/>
            <a:chOff x="857253" y="1378367"/>
            <a:chExt cx="2972435" cy="2849880"/>
          </a:xfrm>
        </p:grpSpPr>
        <p:sp>
          <p:nvSpPr>
            <p:cNvPr id="8" name="object 8"/>
            <p:cNvSpPr/>
            <p:nvPr/>
          </p:nvSpPr>
          <p:spPr>
            <a:xfrm>
              <a:off x="857253" y="1785487"/>
              <a:ext cx="2972435" cy="2442845"/>
            </a:xfrm>
            <a:custGeom>
              <a:avLst/>
              <a:gdLst/>
              <a:ahLst/>
              <a:cxnLst/>
              <a:rect l="l" t="t" r="r" b="b"/>
              <a:pathLst>
                <a:path w="2972435" h="2442845">
                  <a:moveTo>
                    <a:pt x="2971975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71975" y="0"/>
                  </a:lnTo>
                  <a:lnTo>
                    <a:pt x="2971975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32038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21" y="288950"/>
                  </a:lnTo>
                  <a:lnTo>
                    <a:pt x="783259" y="251333"/>
                  </a:lnTo>
                  <a:lnTo>
                    <a:pt x="766178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5007" y="119253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46" y="48082"/>
                  </a:lnTo>
                  <a:lnTo>
                    <a:pt x="562927" y="31000"/>
                  </a:lnTo>
                  <a:lnTo>
                    <a:pt x="525310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57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73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41717" y="157021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218517" y="386763"/>
                  </a:moveTo>
                  <a:lnTo>
                    <a:pt x="136336" y="304582"/>
                  </a:lnTo>
                  <a:lnTo>
                    <a:pt x="125398" y="300798"/>
                  </a:lnTo>
                  <a:lnTo>
                    <a:pt x="114097" y="306576"/>
                  </a:lnTo>
                  <a:lnTo>
                    <a:pt x="105333" y="318246"/>
                  </a:lnTo>
                  <a:lnTo>
                    <a:pt x="102007" y="332136"/>
                  </a:lnTo>
                  <a:lnTo>
                    <a:pt x="95777" y="352042"/>
                  </a:lnTo>
                  <a:lnTo>
                    <a:pt x="79347" y="363018"/>
                  </a:lnTo>
                  <a:lnTo>
                    <a:pt x="58295" y="363750"/>
                  </a:lnTo>
                  <a:lnTo>
                    <a:pt x="38195" y="352924"/>
                  </a:lnTo>
                  <a:lnTo>
                    <a:pt x="34808" y="349545"/>
                  </a:lnTo>
                  <a:lnTo>
                    <a:pt x="23831" y="329290"/>
                  </a:lnTo>
                  <a:lnTo>
                    <a:pt x="24232" y="307904"/>
                  </a:lnTo>
                  <a:lnTo>
                    <a:pt x="34876" y="291141"/>
                  </a:lnTo>
                  <a:lnTo>
                    <a:pt x="54627" y="284756"/>
                  </a:lnTo>
                  <a:lnTo>
                    <a:pt x="68522" y="281435"/>
                  </a:lnTo>
                  <a:lnTo>
                    <a:pt x="80194" y="272673"/>
                  </a:lnTo>
                  <a:lnTo>
                    <a:pt x="85973" y="261373"/>
                  </a:lnTo>
                  <a:lnTo>
                    <a:pt x="82189" y="250435"/>
                  </a:lnTo>
                  <a:lnTo>
                    <a:pt x="0" y="168246"/>
                  </a:lnTo>
                  <a:lnTo>
                    <a:pt x="58495" y="109262"/>
                  </a:lnTo>
                  <a:lnTo>
                    <a:pt x="69436" y="105478"/>
                  </a:lnTo>
                  <a:lnTo>
                    <a:pt x="80736" y="111257"/>
                  </a:lnTo>
                  <a:lnTo>
                    <a:pt x="89498" y="122929"/>
                  </a:lnTo>
                  <a:lnTo>
                    <a:pt x="92823" y="136824"/>
                  </a:lnTo>
                  <a:lnTo>
                    <a:pt x="99205" y="156575"/>
                  </a:lnTo>
                  <a:lnTo>
                    <a:pt x="115968" y="167219"/>
                  </a:lnTo>
                  <a:lnTo>
                    <a:pt x="137353" y="167620"/>
                  </a:lnTo>
                  <a:lnTo>
                    <a:pt x="157604" y="156643"/>
                  </a:lnTo>
                  <a:lnTo>
                    <a:pt x="160991" y="153256"/>
                  </a:lnTo>
                  <a:lnTo>
                    <a:pt x="171813" y="133156"/>
                  </a:lnTo>
                  <a:lnTo>
                    <a:pt x="171079" y="112104"/>
                  </a:lnTo>
                  <a:lnTo>
                    <a:pt x="160105" y="95675"/>
                  </a:lnTo>
                  <a:lnTo>
                    <a:pt x="140203" y="89444"/>
                  </a:lnTo>
                  <a:lnTo>
                    <a:pt x="126308" y="86118"/>
                  </a:lnTo>
                  <a:lnTo>
                    <a:pt x="114636" y="77354"/>
                  </a:lnTo>
                  <a:lnTo>
                    <a:pt x="108857" y="66053"/>
                  </a:lnTo>
                  <a:lnTo>
                    <a:pt x="112641" y="55115"/>
                  </a:lnTo>
                  <a:lnTo>
                    <a:pt x="168246" y="0"/>
                  </a:lnTo>
                  <a:lnTo>
                    <a:pt x="250427" y="82189"/>
                  </a:lnTo>
                  <a:lnTo>
                    <a:pt x="261365" y="85973"/>
                  </a:lnTo>
                  <a:lnTo>
                    <a:pt x="272666" y="80195"/>
                  </a:lnTo>
                  <a:lnTo>
                    <a:pt x="281430" y="68525"/>
                  </a:lnTo>
                  <a:lnTo>
                    <a:pt x="284756" y="54635"/>
                  </a:lnTo>
                  <a:lnTo>
                    <a:pt x="290986" y="34729"/>
                  </a:lnTo>
                  <a:lnTo>
                    <a:pt x="307416" y="23753"/>
                  </a:lnTo>
                  <a:lnTo>
                    <a:pt x="328468" y="23021"/>
                  </a:lnTo>
                  <a:lnTo>
                    <a:pt x="348568" y="33847"/>
                  </a:lnTo>
                  <a:lnTo>
                    <a:pt x="351955" y="37227"/>
                  </a:lnTo>
                  <a:lnTo>
                    <a:pt x="362932" y="57481"/>
                  </a:lnTo>
                  <a:lnTo>
                    <a:pt x="362531" y="78867"/>
                  </a:lnTo>
                  <a:lnTo>
                    <a:pt x="351887" y="95630"/>
                  </a:lnTo>
                  <a:lnTo>
                    <a:pt x="332136" y="102016"/>
                  </a:lnTo>
                  <a:lnTo>
                    <a:pt x="318241" y="105337"/>
                  </a:lnTo>
                  <a:lnTo>
                    <a:pt x="306569" y="114098"/>
                  </a:lnTo>
                  <a:lnTo>
                    <a:pt x="300790" y="125398"/>
                  </a:lnTo>
                  <a:lnTo>
                    <a:pt x="304574" y="136336"/>
                  </a:lnTo>
                  <a:lnTo>
                    <a:pt x="386763" y="218525"/>
                  </a:lnTo>
                  <a:lnTo>
                    <a:pt x="331648" y="273641"/>
                  </a:lnTo>
                  <a:lnTo>
                    <a:pt x="320710" y="277425"/>
                  </a:lnTo>
                  <a:lnTo>
                    <a:pt x="309410" y="271646"/>
                  </a:lnTo>
                  <a:lnTo>
                    <a:pt x="300648" y="259974"/>
                  </a:lnTo>
                  <a:lnTo>
                    <a:pt x="297327" y="246079"/>
                  </a:lnTo>
                  <a:lnTo>
                    <a:pt x="290941" y="226328"/>
                  </a:lnTo>
                  <a:lnTo>
                    <a:pt x="274179" y="215685"/>
                  </a:lnTo>
                  <a:lnTo>
                    <a:pt x="252793" y="215284"/>
                  </a:lnTo>
                  <a:lnTo>
                    <a:pt x="232538" y="226261"/>
                  </a:lnTo>
                  <a:lnTo>
                    <a:pt x="229159" y="229648"/>
                  </a:lnTo>
                  <a:lnTo>
                    <a:pt x="218333" y="249747"/>
                  </a:lnTo>
                  <a:lnTo>
                    <a:pt x="219065" y="270799"/>
                  </a:lnTo>
                  <a:lnTo>
                    <a:pt x="230041" y="287229"/>
                  </a:lnTo>
                  <a:lnTo>
                    <a:pt x="249947" y="293460"/>
                  </a:lnTo>
                  <a:lnTo>
                    <a:pt x="264040" y="296785"/>
                  </a:lnTo>
                  <a:lnTo>
                    <a:pt x="275687" y="305549"/>
                  </a:lnTo>
                  <a:lnTo>
                    <a:pt x="281352" y="316850"/>
                  </a:lnTo>
                  <a:lnTo>
                    <a:pt x="277501" y="327788"/>
                  </a:lnTo>
                  <a:lnTo>
                    <a:pt x="218517" y="386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57253" y="2310185"/>
            <a:ext cx="2972435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16629"/>
                </a:solidFill>
                <a:latin typeface="Times New Roman"/>
                <a:cs typeface="Times New Roman"/>
              </a:rPr>
              <a:t>Our</a:t>
            </a:r>
            <a:r>
              <a:rPr dirty="0" sz="18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  <a:p>
            <a:pPr algn="ctr" marL="88265" marR="88900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latin typeface="Times New Roman"/>
                <a:cs typeface="Times New Roman"/>
              </a:rPr>
              <a:t>A</a:t>
            </a:r>
            <a:r>
              <a:rPr dirty="0" sz="1250" spc="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website/app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where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students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can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find </a:t>
            </a:r>
            <a:r>
              <a:rPr dirty="0" sz="1250" spc="10">
                <a:latin typeface="Times New Roman"/>
                <a:cs typeface="Times New Roman"/>
              </a:rPr>
              <a:t>organized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and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relevant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notes,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pyqs,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10">
                <a:latin typeface="Times New Roman"/>
                <a:cs typeface="Times New Roman"/>
              </a:rPr>
              <a:t>study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resources,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all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verified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45">
                <a:latin typeface="Times New Roman"/>
                <a:cs typeface="Times New Roman"/>
              </a:rPr>
              <a:t>categorized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by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course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subject. </a:t>
            </a:r>
            <a:r>
              <a:rPr dirty="0" sz="1250" spc="45">
                <a:latin typeface="Times New Roman"/>
                <a:cs typeface="Times New Roman"/>
              </a:rPr>
              <a:t>(centralized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material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platform)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78084" y="1378367"/>
            <a:ext cx="2964180" cy="2849880"/>
            <a:chOff x="3878084" y="1378367"/>
            <a:chExt cx="2964180" cy="2849880"/>
          </a:xfrm>
        </p:grpSpPr>
        <p:sp>
          <p:nvSpPr>
            <p:cNvPr id="13" name="object 13"/>
            <p:cNvSpPr/>
            <p:nvPr/>
          </p:nvSpPr>
          <p:spPr>
            <a:xfrm>
              <a:off x="3878084" y="1785487"/>
              <a:ext cx="2964180" cy="2442845"/>
            </a:xfrm>
            <a:custGeom>
              <a:avLst/>
              <a:gdLst/>
              <a:ahLst/>
              <a:cxnLst/>
              <a:rect l="l" t="t" r="r" b="b"/>
              <a:pathLst>
                <a:path w="2964179" h="2442845">
                  <a:moveTo>
                    <a:pt x="2963833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63833" y="0"/>
                  </a:lnTo>
                  <a:lnTo>
                    <a:pt x="2963833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52873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4994" y="119253"/>
                  </a:lnTo>
                  <a:lnTo>
                    <a:pt x="665391" y="92417"/>
                  </a:lnTo>
                  <a:lnTo>
                    <a:pt x="633310" y="68618"/>
                  </a:lnTo>
                  <a:lnTo>
                    <a:pt x="599033" y="48082"/>
                  </a:lnTo>
                  <a:lnTo>
                    <a:pt x="562914" y="31000"/>
                  </a:lnTo>
                  <a:lnTo>
                    <a:pt x="525297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490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06060" y="1579422"/>
              <a:ext cx="300355" cy="387350"/>
            </a:xfrm>
            <a:custGeom>
              <a:avLst/>
              <a:gdLst/>
              <a:ahLst/>
              <a:cxnLst/>
              <a:rect l="l" t="t" r="r" b="b"/>
              <a:pathLst>
                <a:path w="300354" h="387350">
                  <a:moveTo>
                    <a:pt x="241719" y="305054"/>
                  </a:moveTo>
                  <a:lnTo>
                    <a:pt x="159537" y="305054"/>
                  </a:lnTo>
                  <a:lnTo>
                    <a:pt x="159537" y="324383"/>
                  </a:lnTo>
                  <a:lnTo>
                    <a:pt x="241719" y="324383"/>
                  </a:lnTo>
                  <a:lnTo>
                    <a:pt x="241719" y="305054"/>
                  </a:lnTo>
                  <a:close/>
                </a:path>
                <a:path w="300354" h="387350">
                  <a:moveTo>
                    <a:pt x="241719" y="227698"/>
                  </a:moveTo>
                  <a:lnTo>
                    <a:pt x="159537" y="227698"/>
                  </a:lnTo>
                  <a:lnTo>
                    <a:pt x="159537" y="247040"/>
                  </a:lnTo>
                  <a:lnTo>
                    <a:pt x="241719" y="247040"/>
                  </a:lnTo>
                  <a:lnTo>
                    <a:pt x="241719" y="227698"/>
                  </a:lnTo>
                  <a:close/>
                </a:path>
                <a:path w="300354" h="387350">
                  <a:moveTo>
                    <a:pt x="241719" y="150342"/>
                  </a:moveTo>
                  <a:lnTo>
                    <a:pt x="159537" y="150342"/>
                  </a:lnTo>
                  <a:lnTo>
                    <a:pt x="159537" y="169684"/>
                  </a:lnTo>
                  <a:lnTo>
                    <a:pt x="241719" y="169684"/>
                  </a:lnTo>
                  <a:lnTo>
                    <a:pt x="241719" y="150342"/>
                  </a:lnTo>
                  <a:close/>
                </a:path>
                <a:path w="300354" h="387350">
                  <a:moveTo>
                    <a:pt x="241719" y="72986"/>
                  </a:moveTo>
                  <a:lnTo>
                    <a:pt x="159537" y="72986"/>
                  </a:lnTo>
                  <a:lnTo>
                    <a:pt x="159537" y="92329"/>
                  </a:lnTo>
                  <a:lnTo>
                    <a:pt x="241719" y="92329"/>
                  </a:lnTo>
                  <a:lnTo>
                    <a:pt x="241719" y="72986"/>
                  </a:lnTo>
                  <a:close/>
                </a:path>
                <a:path w="300354" h="387350">
                  <a:moveTo>
                    <a:pt x="29973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358140"/>
                  </a:lnTo>
                  <a:lnTo>
                    <a:pt x="0" y="387350"/>
                  </a:lnTo>
                  <a:lnTo>
                    <a:pt x="299732" y="387350"/>
                  </a:lnTo>
                  <a:lnTo>
                    <a:pt x="299732" y="358241"/>
                  </a:lnTo>
                  <a:lnTo>
                    <a:pt x="299732" y="29476"/>
                  </a:lnTo>
                  <a:lnTo>
                    <a:pt x="270725" y="29476"/>
                  </a:lnTo>
                  <a:lnTo>
                    <a:pt x="270725" y="358140"/>
                  </a:lnTo>
                  <a:lnTo>
                    <a:pt x="28994" y="358140"/>
                  </a:lnTo>
                  <a:lnTo>
                    <a:pt x="28994" y="29210"/>
                  </a:lnTo>
                  <a:lnTo>
                    <a:pt x="299732" y="29210"/>
                  </a:lnTo>
                  <a:lnTo>
                    <a:pt x="299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4075" y="1628241"/>
              <a:ext cx="71547" cy="29006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962584" y="2310185"/>
            <a:ext cx="2789555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16629"/>
                </a:solidFill>
                <a:latin typeface="Times New Roman"/>
                <a:cs typeface="Times New Roman"/>
              </a:rPr>
              <a:t>Key</a:t>
            </a:r>
            <a:r>
              <a:rPr dirty="0" sz="1800" spc="13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Features</a:t>
            </a:r>
            <a:endParaRPr sz="18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latin typeface="Times New Roman"/>
                <a:cs typeface="Times New Roman"/>
              </a:rPr>
              <a:t>Verified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notes,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PYQs</a:t>
            </a:r>
            <a:r>
              <a:rPr dirty="0" sz="1250" spc="2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9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question </a:t>
            </a:r>
            <a:r>
              <a:rPr dirty="0" sz="1250">
                <a:latin typeface="Times New Roman"/>
                <a:cs typeface="Times New Roman"/>
              </a:rPr>
              <a:t>banks;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smart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search,</a:t>
            </a:r>
            <a:r>
              <a:rPr dirty="0" sz="1250" spc="26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filters,</a:t>
            </a:r>
            <a:r>
              <a:rPr dirty="0" sz="1250" spc="50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personalized</a:t>
            </a:r>
            <a:r>
              <a:rPr dirty="0" sz="1250" spc="13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dashboard,</a:t>
            </a:r>
            <a:r>
              <a:rPr dirty="0" sz="1250" spc="13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bookmarks, </a:t>
            </a:r>
            <a:r>
              <a:rPr dirty="0" sz="1250" spc="45">
                <a:latin typeface="Times New Roman"/>
                <a:cs typeface="Times New Roman"/>
              </a:rPr>
              <a:t>downloads,</a:t>
            </a:r>
            <a:r>
              <a:rPr dirty="0" sz="1250" spc="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1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summaries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resource </a:t>
            </a:r>
            <a:r>
              <a:rPr dirty="0" sz="1250" spc="-10">
                <a:latin typeface="Times New Roman"/>
                <a:cs typeface="Times New Roman"/>
              </a:rPr>
              <a:t>reporting.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90772" y="1378367"/>
            <a:ext cx="2972435" cy="2849880"/>
            <a:chOff x="6890772" y="1378367"/>
            <a:chExt cx="2972435" cy="2849880"/>
          </a:xfrm>
        </p:grpSpPr>
        <p:sp>
          <p:nvSpPr>
            <p:cNvPr id="19" name="object 19"/>
            <p:cNvSpPr/>
            <p:nvPr/>
          </p:nvSpPr>
          <p:spPr>
            <a:xfrm>
              <a:off x="6890772" y="1785487"/>
              <a:ext cx="2972435" cy="2442845"/>
            </a:xfrm>
            <a:custGeom>
              <a:avLst/>
              <a:gdLst/>
              <a:ahLst/>
              <a:cxnLst/>
              <a:rect l="l" t="t" r="r" b="b"/>
              <a:pathLst>
                <a:path w="2972434" h="2442845">
                  <a:moveTo>
                    <a:pt x="2971975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71975" y="0"/>
                  </a:lnTo>
                  <a:lnTo>
                    <a:pt x="2971975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3711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90772" y="2310185"/>
            <a:ext cx="2972435" cy="1189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Uniqueness</a:t>
            </a:r>
            <a:endParaRPr sz="1800">
              <a:latin typeface="Times New Roman"/>
              <a:cs typeface="Times New Roman"/>
            </a:endParaRPr>
          </a:p>
          <a:p>
            <a:pPr algn="ctr" marL="95250" marR="90805" indent="-635">
              <a:lnSpc>
                <a:spcPts val="1410"/>
              </a:lnSpc>
              <a:spcBef>
                <a:spcPts val="1395"/>
              </a:spcBef>
            </a:pPr>
            <a:r>
              <a:rPr dirty="0" sz="1250" spc="50">
                <a:latin typeface="Times New Roman"/>
                <a:cs typeface="Times New Roman"/>
              </a:rPr>
              <a:t>Syllabus-</a:t>
            </a:r>
            <a:r>
              <a:rPr dirty="0" sz="1250">
                <a:latin typeface="Times New Roman"/>
                <a:cs typeface="Times New Roman"/>
              </a:rPr>
              <a:t>first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organization,</a:t>
            </a:r>
            <a:r>
              <a:rPr dirty="0" sz="1250" spc="204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resource </a:t>
            </a:r>
            <a:r>
              <a:rPr dirty="0" sz="1250" spc="20">
                <a:latin typeface="Times New Roman"/>
                <a:cs typeface="Times New Roman"/>
              </a:rPr>
              <a:t>verification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and</a:t>
            </a:r>
            <a:r>
              <a:rPr dirty="0" sz="1250" spc="140">
                <a:latin typeface="Times New Roman"/>
                <a:cs typeface="Times New Roman"/>
              </a:rPr>
              <a:t> </a:t>
            </a:r>
            <a:r>
              <a:rPr dirty="0" sz="1250" spc="50">
                <a:latin typeface="Times New Roman"/>
                <a:cs typeface="Times New Roman"/>
              </a:rPr>
              <a:t>AI-</a:t>
            </a:r>
            <a:r>
              <a:rPr dirty="0" sz="1250" spc="45">
                <a:latin typeface="Times New Roman"/>
                <a:cs typeface="Times New Roman"/>
              </a:rPr>
              <a:t>assisted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discovery </a:t>
            </a:r>
            <a:r>
              <a:rPr dirty="0" sz="1250">
                <a:latin typeface="Times New Roman"/>
                <a:cs typeface="Times New Roman"/>
              </a:rPr>
              <a:t>help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students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find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relevant,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trustworthy </a:t>
            </a:r>
            <a:r>
              <a:rPr dirty="0" sz="1250">
                <a:latin typeface="Times New Roman"/>
                <a:cs typeface="Times New Roman"/>
              </a:rPr>
              <a:t>study</a:t>
            </a:r>
            <a:r>
              <a:rPr dirty="0" sz="1250" spc="204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material</a:t>
            </a:r>
            <a:r>
              <a:rPr dirty="0" sz="1250" spc="204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faster.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Solution</a:t>
            </a:r>
            <a:r>
              <a:rPr dirty="0" spc="26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6975" y="1541215"/>
            <a:ext cx="2231390" cy="4234180"/>
            <a:chOff x="726975" y="1541215"/>
            <a:chExt cx="2231390" cy="4234180"/>
          </a:xfrm>
        </p:grpSpPr>
        <p:sp>
          <p:nvSpPr>
            <p:cNvPr id="5" name="object 5"/>
            <p:cNvSpPr/>
            <p:nvPr/>
          </p:nvSpPr>
          <p:spPr>
            <a:xfrm>
              <a:off x="726975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35354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27" y="30988"/>
                  </a:lnTo>
                  <a:lnTo>
                    <a:pt x="525310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93379" y="1803043"/>
              <a:ext cx="305435" cy="265430"/>
            </a:xfrm>
            <a:custGeom>
              <a:avLst/>
              <a:gdLst/>
              <a:ahLst/>
              <a:cxnLst/>
              <a:rect l="l" t="t" r="r" b="b"/>
              <a:pathLst>
                <a:path w="305435" h="265430">
                  <a:moveTo>
                    <a:pt x="305333" y="143129"/>
                  </a:moveTo>
                  <a:lnTo>
                    <a:pt x="175564" y="143129"/>
                  </a:lnTo>
                  <a:lnTo>
                    <a:pt x="175564" y="150774"/>
                  </a:lnTo>
                  <a:lnTo>
                    <a:pt x="175564" y="159169"/>
                  </a:lnTo>
                  <a:lnTo>
                    <a:pt x="168694" y="166039"/>
                  </a:lnTo>
                  <a:lnTo>
                    <a:pt x="136626" y="166039"/>
                  </a:lnTo>
                  <a:lnTo>
                    <a:pt x="129755" y="159169"/>
                  </a:lnTo>
                  <a:lnTo>
                    <a:pt x="129755" y="143129"/>
                  </a:lnTo>
                  <a:lnTo>
                    <a:pt x="0" y="143129"/>
                  </a:lnTo>
                  <a:lnTo>
                    <a:pt x="0" y="258406"/>
                  </a:lnTo>
                  <a:lnTo>
                    <a:pt x="6858" y="265264"/>
                  </a:lnTo>
                  <a:lnTo>
                    <a:pt x="298462" y="265264"/>
                  </a:lnTo>
                  <a:lnTo>
                    <a:pt x="305333" y="258406"/>
                  </a:lnTo>
                  <a:lnTo>
                    <a:pt x="305333" y="143129"/>
                  </a:lnTo>
                  <a:close/>
                </a:path>
                <a:path w="305435" h="265430">
                  <a:moveTo>
                    <a:pt x="305333" y="58407"/>
                  </a:moveTo>
                  <a:lnTo>
                    <a:pt x="298462" y="51523"/>
                  </a:lnTo>
                  <a:lnTo>
                    <a:pt x="213728" y="51523"/>
                  </a:lnTo>
                  <a:lnTo>
                    <a:pt x="213728" y="26733"/>
                  </a:lnTo>
                  <a:lnTo>
                    <a:pt x="212966" y="22910"/>
                  </a:lnTo>
                  <a:lnTo>
                    <a:pt x="211645" y="16268"/>
                  </a:lnTo>
                  <a:lnTo>
                    <a:pt x="205955" y="7785"/>
                  </a:lnTo>
                  <a:lnTo>
                    <a:pt x="197459" y="2082"/>
                  </a:lnTo>
                  <a:lnTo>
                    <a:pt x="190830" y="762"/>
                  </a:lnTo>
                  <a:lnTo>
                    <a:pt x="190830" y="24434"/>
                  </a:lnTo>
                  <a:lnTo>
                    <a:pt x="190830" y="51523"/>
                  </a:lnTo>
                  <a:lnTo>
                    <a:pt x="114490" y="51523"/>
                  </a:lnTo>
                  <a:lnTo>
                    <a:pt x="114490" y="24434"/>
                  </a:lnTo>
                  <a:lnTo>
                    <a:pt x="116027" y="22910"/>
                  </a:lnTo>
                  <a:lnTo>
                    <a:pt x="189306" y="22910"/>
                  </a:lnTo>
                  <a:lnTo>
                    <a:pt x="190830" y="24434"/>
                  </a:lnTo>
                  <a:lnTo>
                    <a:pt x="190830" y="762"/>
                  </a:lnTo>
                  <a:lnTo>
                    <a:pt x="187007" y="0"/>
                  </a:lnTo>
                  <a:lnTo>
                    <a:pt x="118313" y="0"/>
                  </a:lnTo>
                  <a:lnTo>
                    <a:pt x="107861" y="2082"/>
                  </a:lnTo>
                  <a:lnTo>
                    <a:pt x="99377" y="7785"/>
                  </a:lnTo>
                  <a:lnTo>
                    <a:pt x="93675" y="16268"/>
                  </a:lnTo>
                  <a:lnTo>
                    <a:pt x="91592" y="26733"/>
                  </a:lnTo>
                  <a:lnTo>
                    <a:pt x="91592" y="51523"/>
                  </a:lnTo>
                  <a:lnTo>
                    <a:pt x="6858" y="51523"/>
                  </a:lnTo>
                  <a:lnTo>
                    <a:pt x="0" y="58407"/>
                  </a:lnTo>
                  <a:lnTo>
                    <a:pt x="0" y="127863"/>
                  </a:lnTo>
                  <a:lnTo>
                    <a:pt x="129755" y="127863"/>
                  </a:lnTo>
                  <a:lnTo>
                    <a:pt x="129755" y="120230"/>
                  </a:lnTo>
                  <a:lnTo>
                    <a:pt x="175564" y="120230"/>
                  </a:lnTo>
                  <a:lnTo>
                    <a:pt x="175564" y="127863"/>
                  </a:lnTo>
                  <a:lnTo>
                    <a:pt x="305333" y="127863"/>
                  </a:lnTo>
                  <a:lnTo>
                    <a:pt x="305333" y="120230"/>
                  </a:lnTo>
                  <a:lnTo>
                    <a:pt x="305333" y="58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84884" y="2416037"/>
            <a:ext cx="1910080" cy="16998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78155" marR="470534">
              <a:lnSpc>
                <a:spcPts val="1730"/>
              </a:lnSpc>
              <a:spcBef>
                <a:spcPts val="254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Functional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Study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using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resources </a:t>
            </a:r>
            <a:r>
              <a:rPr dirty="0" sz="1150">
                <a:latin typeface="Times New Roman"/>
                <a:cs typeface="Times New Roman"/>
              </a:rPr>
              <a:t>organized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according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their </a:t>
            </a:r>
            <a:r>
              <a:rPr dirty="0" sz="1150">
                <a:latin typeface="Times New Roman"/>
                <a:cs typeface="Times New Roman"/>
              </a:rPr>
              <a:t>syllabus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notes,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PYQs, </a:t>
            </a:r>
            <a:r>
              <a:rPr dirty="0" sz="1150">
                <a:latin typeface="Times New Roman"/>
                <a:cs typeface="Times New Roman"/>
              </a:rPr>
              <a:t>question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banks,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revision </a:t>
            </a:r>
            <a:r>
              <a:rPr dirty="0" sz="1150">
                <a:latin typeface="Times New Roman"/>
                <a:cs typeface="Times New Roman"/>
              </a:rPr>
              <a:t>resources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place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Reduce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time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spent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searching </a:t>
            </a:r>
            <a:r>
              <a:rPr dirty="0" sz="1150">
                <a:latin typeface="Times New Roman"/>
                <a:cs typeface="Times New Roman"/>
              </a:rPr>
              <a:t>across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multiple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platforms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8271" y="1541215"/>
            <a:ext cx="2231390" cy="4234180"/>
            <a:chOff x="3088271" y="1541215"/>
            <a:chExt cx="2231390" cy="4234180"/>
          </a:xfrm>
        </p:grpSpPr>
        <p:sp>
          <p:nvSpPr>
            <p:cNvPr id="10" name="object 10"/>
            <p:cNvSpPr/>
            <p:nvPr/>
          </p:nvSpPr>
          <p:spPr>
            <a:xfrm>
              <a:off x="3088271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96652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40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490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81326" y="1751061"/>
              <a:ext cx="253365" cy="354330"/>
            </a:xfrm>
            <a:custGeom>
              <a:avLst/>
              <a:gdLst/>
              <a:ahLst/>
              <a:cxnLst/>
              <a:rect l="l" t="t" r="r" b="b"/>
              <a:pathLst>
                <a:path w="253364" h="354330">
                  <a:moveTo>
                    <a:pt x="126524" y="353836"/>
                  </a:moveTo>
                  <a:lnTo>
                    <a:pt x="106755" y="340160"/>
                  </a:lnTo>
                  <a:lnTo>
                    <a:pt x="63262" y="304414"/>
                  </a:lnTo>
                  <a:lnTo>
                    <a:pt x="19769" y="254524"/>
                  </a:lnTo>
                  <a:lnTo>
                    <a:pt x="45" y="198544"/>
                  </a:lnTo>
                  <a:lnTo>
                    <a:pt x="0" y="198414"/>
                  </a:lnTo>
                  <a:lnTo>
                    <a:pt x="2662" y="182154"/>
                  </a:lnTo>
                  <a:lnTo>
                    <a:pt x="10073" y="166757"/>
                  </a:lnTo>
                  <a:lnTo>
                    <a:pt x="21369" y="153346"/>
                  </a:lnTo>
                  <a:lnTo>
                    <a:pt x="35688" y="143045"/>
                  </a:lnTo>
                  <a:lnTo>
                    <a:pt x="35688" y="90836"/>
                  </a:lnTo>
                  <a:lnTo>
                    <a:pt x="42826" y="55479"/>
                  </a:lnTo>
                  <a:lnTo>
                    <a:pt x="62294" y="26606"/>
                  </a:lnTo>
                  <a:lnTo>
                    <a:pt x="91167" y="7138"/>
                  </a:lnTo>
                  <a:lnTo>
                    <a:pt x="126524" y="0"/>
                  </a:lnTo>
                  <a:lnTo>
                    <a:pt x="161881" y="7138"/>
                  </a:lnTo>
                  <a:lnTo>
                    <a:pt x="189781" y="25949"/>
                  </a:lnTo>
                  <a:lnTo>
                    <a:pt x="126524" y="25949"/>
                  </a:lnTo>
                  <a:lnTo>
                    <a:pt x="101268" y="31049"/>
                  </a:lnTo>
                  <a:lnTo>
                    <a:pt x="80643" y="44955"/>
                  </a:lnTo>
                  <a:lnTo>
                    <a:pt x="66737" y="65580"/>
                  </a:lnTo>
                  <a:lnTo>
                    <a:pt x="61638" y="90836"/>
                  </a:lnTo>
                  <a:lnTo>
                    <a:pt x="61638" y="135849"/>
                  </a:lnTo>
                  <a:lnTo>
                    <a:pt x="78445" y="138067"/>
                  </a:lnTo>
                  <a:lnTo>
                    <a:pt x="95314" y="146239"/>
                  </a:lnTo>
                  <a:lnTo>
                    <a:pt x="111567" y="161272"/>
                  </a:lnTo>
                  <a:lnTo>
                    <a:pt x="126524" y="184058"/>
                  </a:lnTo>
                  <a:lnTo>
                    <a:pt x="248795" y="184058"/>
                  </a:lnTo>
                  <a:lnTo>
                    <a:pt x="253011" y="198414"/>
                  </a:lnTo>
                  <a:lnTo>
                    <a:pt x="253049" y="198544"/>
                  </a:lnTo>
                  <a:lnTo>
                    <a:pt x="248313" y="211966"/>
                  </a:lnTo>
                  <a:lnTo>
                    <a:pt x="124971" y="211966"/>
                  </a:lnTo>
                  <a:lnTo>
                    <a:pt x="115341" y="214460"/>
                  </a:lnTo>
                  <a:lnTo>
                    <a:pt x="107347" y="220383"/>
                  </a:lnTo>
                  <a:lnTo>
                    <a:pt x="102056" y="229224"/>
                  </a:lnTo>
                  <a:lnTo>
                    <a:pt x="100611" y="239430"/>
                  </a:lnTo>
                  <a:lnTo>
                    <a:pt x="103106" y="249062"/>
                  </a:lnTo>
                  <a:lnTo>
                    <a:pt x="109031" y="257056"/>
                  </a:lnTo>
                  <a:lnTo>
                    <a:pt x="117877" y="262348"/>
                  </a:lnTo>
                  <a:lnTo>
                    <a:pt x="117877" y="285488"/>
                  </a:lnTo>
                  <a:lnTo>
                    <a:pt x="206313" y="285488"/>
                  </a:lnTo>
                  <a:lnTo>
                    <a:pt x="189801" y="304414"/>
                  </a:lnTo>
                  <a:lnTo>
                    <a:pt x="146296" y="340160"/>
                  </a:lnTo>
                  <a:lnTo>
                    <a:pt x="126524" y="353836"/>
                  </a:lnTo>
                  <a:close/>
                </a:path>
                <a:path w="253364" h="354330">
                  <a:moveTo>
                    <a:pt x="217361" y="108139"/>
                  </a:moveTo>
                  <a:lnTo>
                    <a:pt x="191411" y="108139"/>
                  </a:lnTo>
                  <a:lnTo>
                    <a:pt x="191411" y="90836"/>
                  </a:lnTo>
                  <a:lnTo>
                    <a:pt x="186312" y="65580"/>
                  </a:lnTo>
                  <a:lnTo>
                    <a:pt x="172406" y="44955"/>
                  </a:lnTo>
                  <a:lnTo>
                    <a:pt x="151781" y="31049"/>
                  </a:lnTo>
                  <a:lnTo>
                    <a:pt x="126524" y="25949"/>
                  </a:lnTo>
                  <a:lnTo>
                    <a:pt x="189781" y="25949"/>
                  </a:lnTo>
                  <a:lnTo>
                    <a:pt x="190755" y="26606"/>
                  </a:lnTo>
                  <a:lnTo>
                    <a:pt x="210222" y="55479"/>
                  </a:lnTo>
                  <a:lnTo>
                    <a:pt x="217361" y="90836"/>
                  </a:lnTo>
                  <a:lnTo>
                    <a:pt x="217361" y="108139"/>
                  </a:lnTo>
                  <a:close/>
                </a:path>
                <a:path w="253364" h="354330">
                  <a:moveTo>
                    <a:pt x="248795" y="184058"/>
                  </a:moveTo>
                  <a:lnTo>
                    <a:pt x="126524" y="184058"/>
                  </a:lnTo>
                  <a:lnTo>
                    <a:pt x="157702" y="146239"/>
                  </a:lnTo>
                  <a:lnTo>
                    <a:pt x="191318" y="135849"/>
                  </a:lnTo>
                  <a:lnTo>
                    <a:pt x="222017" y="145812"/>
                  </a:lnTo>
                  <a:lnTo>
                    <a:pt x="244392" y="169065"/>
                  </a:lnTo>
                  <a:lnTo>
                    <a:pt x="248795" y="184058"/>
                  </a:lnTo>
                  <a:close/>
                </a:path>
                <a:path w="253364" h="354330">
                  <a:moveTo>
                    <a:pt x="206313" y="285488"/>
                  </a:moveTo>
                  <a:lnTo>
                    <a:pt x="135172" y="285488"/>
                  </a:lnTo>
                  <a:lnTo>
                    <a:pt x="135172" y="262348"/>
                  </a:lnTo>
                  <a:lnTo>
                    <a:pt x="142565" y="259734"/>
                  </a:lnTo>
                  <a:lnTo>
                    <a:pt x="148378" y="253920"/>
                  </a:lnTo>
                  <a:lnTo>
                    <a:pt x="150992" y="246527"/>
                  </a:lnTo>
                  <a:lnTo>
                    <a:pt x="152437" y="236326"/>
                  </a:lnTo>
                  <a:lnTo>
                    <a:pt x="149943" y="226696"/>
                  </a:lnTo>
                  <a:lnTo>
                    <a:pt x="144018" y="218703"/>
                  </a:lnTo>
                  <a:lnTo>
                    <a:pt x="135172" y="213412"/>
                  </a:lnTo>
                  <a:lnTo>
                    <a:pt x="124971" y="211966"/>
                  </a:lnTo>
                  <a:lnTo>
                    <a:pt x="248313" y="211966"/>
                  </a:lnTo>
                  <a:lnTo>
                    <a:pt x="233299" y="254524"/>
                  </a:lnTo>
                  <a:lnTo>
                    <a:pt x="231118" y="257056"/>
                  </a:lnTo>
                  <a:lnTo>
                    <a:pt x="206313" y="285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275060" y="2416037"/>
            <a:ext cx="1852295" cy="16998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68630" marR="461009">
              <a:lnSpc>
                <a:spcPts val="1730"/>
              </a:lnSpc>
              <a:spcBef>
                <a:spcPts val="254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Emotional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confident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 </a:t>
            </a:r>
            <a:r>
              <a:rPr dirty="0" sz="1150">
                <a:latin typeface="Times New Roman"/>
                <a:cs typeface="Times New Roman"/>
              </a:rPr>
              <a:t>material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being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studied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is </a:t>
            </a:r>
            <a:r>
              <a:rPr dirty="0" sz="1150">
                <a:latin typeface="Times New Roman"/>
                <a:cs typeface="Times New Roman"/>
              </a:rPr>
              <a:t>relevant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reliable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Reduce </a:t>
            </a:r>
            <a:r>
              <a:rPr dirty="0" sz="1150">
                <a:latin typeface="Times New Roman"/>
                <a:cs typeface="Times New Roman"/>
              </a:rPr>
              <a:t>stress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caused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searching </a:t>
            </a:r>
            <a:r>
              <a:rPr dirty="0" sz="1150">
                <a:latin typeface="Times New Roman"/>
                <a:cs typeface="Times New Roman"/>
              </a:rPr>
              <a:t>through</a:t>
            </a:r>
            <a:r>
              <a:rPr dirty="0" sz="1150" spc="3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scattered</a:t>
            </a:r>
            <a:r>
              <a:rPr dirty="0" sz="1150" spc="3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resources </a:t>
            </a: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more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organized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in </a:t>
            </a:r>
            <a:r>
              <a:rPr dirty="0" sz="1150">
                <a:latin typeface="Times New Roman"/>
                <a:cs typeface="Times New Roman"/>
              </a:rPr>
              <a:t>control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exam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preparation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9567" y="1541215"/>
            <a:ext cx="2231390" cy="4234180"/>
            <a:chOff x="5449567" y="1541215"/>
            <a:chExt cx="2231390" cy="4234180"/>
          </a:xfrm>
        </p:grpSpPr>
        <p:sp>
          <p:nvSpPr>
            <p:cNvPr id="15" name="object 15"/>
            <p:cNvSpPr/>
            <p:nvPr/>
          </p:nvSpPr>
          <p:spPr>
            <a:xfrm>
              <a:off x="5449567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57950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37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109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42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4425" y="1761413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30987" y="173520"/>
                  </a:moveTo>
                  <a:lnTo>
                    <a:pt x="124675" y="170408"/>
                  </a:lnTo>
                  <a:lnTo>
                    <a:pt x="118706" y="166649"/>
                  </a:lnTo>
                  <a:lnTo>
                    <a:pt x="113157" y="162331"/>
                  </a:lnTo>
                  <a:lnTo>
                    <a:pt x="86868" y="207924"/>
                  </a:lnTo>
                  <a:lnTo>
                    <a:pt x="93789" y="209626"/>
                  </a:lnTo>
                  <a:lnTo>
                    <a:pt x="100469" y="212204"/>
                  </a:lnTo>
                  <a:lnTo>
                    <a:pt x="106743" y="215595"/>
                  </a:lnTo>
                  <a:lnTo>
                    <a:pt x="130987" y="173520"/>
                  </a:lnTo>
                  <a:close/>
                </a:path>
                <a:path w="358140" h="358139">
                  <a:moveTo>
                    <a:pt x="131470" y="291846"/>
                  </a:moveTo>
                  <a:lnTo>
                    <a:pt x="130810" y="288632"/>
                  </a:lnTo>
                  <a:lnTo>
                    <a:pt x="126301" y="266255"/>
                  </a:lnTo>
                  <a:lnTo>
                    <a:pt x="116497" y="251726"/>
                  </a:lnTo>
                  <a:lnTo>
                    <a:pt x="112204" y="245364"/>
                  </a:lnTo>
                  <a:lnTo>
                    <a:pt x="102577" y="238874"/>
                  </a:lnTo>
                  <a:lnTo>
                    <a:pt x="102577" y="308737"/>
                  </a:lnTo>
                  <a:lnTo>
                    <a:pt x="102539" y="325653"/>
                  </a:lnTo>
                  <a:lnTo>
                    <a:pt x="28917" y="325653"/>
                  </a:lnTo>
                  <a:lnTo>
                    <a:pt x="28981" y="308737"/>
                  </a:lnTo>
                  <a:lnTo>
                    <a:pt x="55778" y="293966"/>
                  </a:lnTo>
                  <a:lnTo>
                    <a:pt x="56007" y="293966"/>
                  </a:lnTo>
                  <a:lnTo>
                    <a:pt x="61061" y="293192"/>
                  </a:lnTo>
                  <a:lnTo>
                    <a:pt x="70929" y="293192"/>
                  </a:lnTo>
                  <a:lnTo>
                    <a:pt x="76047" y="293966"/>
                  </a:lnTo>
                  <a:lnTo>
                    <a:pt x="80975" y="295478"/>
                  </a:lnTo>
                  <a:lnTo>
                    <a:pt x="87503" y="297167"/>
                  </a:lnTo>
                  <a:lnTo>
                    <a:pt x="93624" y="300151"/>
                  </a:lnTo>
                  <a:lnTo>
                    <a:pt x="98958" y="304266"/>
                  </a:lnTo>
                  <a:lnTo>
                    <a:pt x="101219" y="306044"/>
                  </a:lnTo>
                  <a:lnTo>
                    <a:pt x="102577" y="308737"/>
                  </a:lnTo>
                  <a:lnTo>
                    <a:pt x="102577" y="238874"/>
                  </a:lnTo>
                  <a:lnTo>
                    <a:pt x="91313" y="231279"/>
                  </a:lnTo>
                  <a:lnTo>
                    <a:pt x="84239" y="229857"/>
                  </a:lnTo>
                  <a:lnTo>
                    <a:pt x="84239" y="270129"/>
                  </a:lnTo>
                  <a:lnTo>
                    <a:pt x="82804" y="277317"/>
                  </a:lnTo>
                  <a:lnTo>
                    <a:pt x="78867" y="283197"/>
                  </a:lnTo>
                  <a:lnTo>
                    <a:pt x="73012" y="287172"/>
                  </a:lnTo>
                  <a:lnTo>
                    <a:pt x="65836" y="288632"/>
                  </a:lnTo>
                  <a:lnTo>
                    <a:pt x="58445" y="287172"/>
                  </a:lnTo>
                  <a:lnTo>
                    <a:pt x="58585" y="287172"/>
                  </a:lnTo>
                  <a:lnTo>
                    <a:pt x="52717" y="283197"/>
                  </a:lnTo>
                  <a:lnTo>
                    <a:pt x="48768" y="277317"/>
                  </a:lnTo>
                  <a:lnTo>
                    <a:pt x="47345" y="270129"/>
                  </a:lnTo>
                  <a:lnTo>
                    <a:pt x="48806" y="262940"/>
                  </a:lnTo>
                  <a:lnTo>
                    <a:pt x="52781" y="257086"/>
                  </a:lnTo>
                  <a:lnTo>
                    <a:pt x="58724" y="253149"/>
                  </a:lnTo>
                  <a:lnTo>
                    <a:pt x="65735" y="251726"/>
                  </a:lnTo>
                  <a:lnTo>
                    <a:pt x="72923" y="253149"/>
                  </a:lnTo>
                  <a:lnTo>
                    <a:pt x="78790" y="257086"/>
                  </a:lnTo>
                  <a:lnTo>
                    <a:pt x="82765" y="262940"/>
                  </a:lnTo>
                  <a:lnTo>
                    <a:pt x="84239" y="270129"/>
                  </a:lnTo>
                  <a:lnTo>
                    <a:pt x="84239" y="229857"/>
                  </a:lnTo>
                  <a:lnTo>
                    <a:pt x="40144" y="231279"/>
                  </a:lnTo>
                  <a:lnTo>
                    <a:pt x="5156" y="266255"/>
                  </a:lnTo>
                  <a:lnTo>
                    <a:pt x="0" y="291846"/>
                  </a:lnTo>
                  <a:lnTo>
                    <a:pt x="5156" y="317436"/>
                  </a:lnTo>
                  <a:lnTo>
                    <a:pt x="19253" y="338328"/>
                  </a:lnTo>
                  <a:lnTo>
                    <a:pt x="40144" y="352412"/>
                  </a:lnTo>
                  <a:lnTo>
                    <a:pt x="65735" y="357581"/>
                  </a:lnTo>
                  <a:lnTo>
                    <a:pt x="91313" y="352412"/>
                  </a:lnTo>
                  <a:lnTo>
                    <a:pt x="112204" y="338328"/>
                  </a:lnTo>
                  <a:lnTo>
                    <a:pt x="120751" y="325653"/>
                  </a:lnTo>
                  <a:lnTo>
                    <a:pt x="126301" y="317436"/>
                  </a:lnTo>
                  <a:lnTo>
                    <a:pt x="131191" y="293192"/>
                  </a:lnTo>
                  <a:lnTo>
                    <a:pt x="131470" y="291846"/>
                  </a:lnTo>
                  <a:close/>
                </a:path>
                <a:path w="358140" h="358139">
                  <a:moveTo>
                    <a:pt x="206184" y="304990"/>
                  </a:moveTo>
                  <a:lnTo>
                    <a:pt x="205473" y="300647"/>
                  </a:lnTo>
                  <a:lnTo>
                    <a:pt x="205105" y="296252"/>
                  </a:lnTo>
                  <a:lnTo>
                    <a:pt x="205092" y="289217"/>
                  </a:lnTo>
                  <a:lnTo>
                    <a:pt x="205232" y="286575"/>
                  </a:lnTo>
                  <a:lnTo>
                    <a:pt x="205498" y="283959"/>
                  </a:lnTo>
                  <a:lnTo>
                    <a:pt x="152069" y="283959"/>
                  </a:lnTo>
                  <a:lnTo>
                    <a:pt x="152349" y="286575"/>
                  </a:lnTo>
                  <a:lnTo>
                    <a:pt x="152488" y="289217"/>
                  </a:lnTo>
                  <a:lnTo>
                    <a:pt x="152476" y="296252"/>
                  </a:lnTo>
                  <a:lnTo>
                    <a:pt x="152107" y="300647"/>
                  </a:lnTo>
                  <a:lnTo>
                    <a:pt x="151384" y="304990"/>
                  </a:lnTo>
                  <a:lnTo>
                    <a:pt x="206184" y="304990"/>
                  </a:lnTo>
                  <a:close/>
                </a:path>
                <a:path w="358140" h="358139">
                  <a:moveTo>
                    <a:pt x="257670" y="81495"/>
                  </a:moveTo>
                  <a:lnTo>
                    <a:pt x="256819" y="77292"/>
                  </a:lnTo>
                  <a:lnTo>
                    <a:pt x="251269" y="49771"/>
                  </a:lnTo>
                  <a:lnTo>
                    <a:pt x="238975" y="31546"/>
                  </a:lnTo>
                  <a:lnTo>
                    <a:pt x="233794" y="23863"/>
                  </a:lnTo>
                  <a:lnTo>
                    <a:pt x="221653" y="15684"/>
                  </a:lnTo>
                  <a:lnTo>
                    <a:pt x="221653" y="123253"/>
                  </a:lnTo>
                  <a:lnTo>
                    <a:pt x="130302" y="123253"/>
                  </a:lnTo>
                  <a:lnTo>
                    <a:pt x="149136" y="88011"/>
                  </a:lnTo>
                  <a:lnTo>
                    <a:pt x="163537" y="83832"/>
                  </a:lnTo>
                  <a:lnTo>
                    <a:pt x="163804" y="83832"/>
                  </a:lnTo>
                  <a:lnTo>
                    <a:pt x="170154" y="82880"/>
                  </a:lnTo>
                  <a:lnTo>
                    <a:pt x="182384" y="82880"/>
                  </a:lnTo>
                  <a:lnTo>
                    <a:pt x="188734" y="83832"/>
                  </a:lnTo>
                  <a:lnTo>
                    <a:pt x="194830" y="85712"/>
                  </a:lnTo>
                  <a:lnTo>
                    <a:pt x="202907" y="87807"/>
                  </a:lnTo>
                  <a:lnTo>
                    <a:pt x="221653" y="123253"/>
                  </a:lnTo>
                  <a:lnTo>
                    <a:pt x="221653" y="15684"/>
                  </a:lnTo>
                  <a:lnTo>
                    <a:pt x="207886" y="6400"/>
                  </a:lnTo>
                  <a:lnTo>
                    <a:pt x="198869" y="4584"/>
                  </a:lnTo>
                  <a:lnTo>
                    <a:pt x="198869" y="54419"/>
                  </a:lnTo>
                  <a:lnTo>
                    <a:pt x="197078" y="63322"/>
                  </a:lnTo>
                  <a:lnTo>
                    <a:pt x="192176" y="70599"/>
                  </a:lnTo>
                  <a:lnTo>
                    <a:pt x="184899" y="75488"/>
                  </a:lnTo>
                  <a:lnTo>
                    <a:pt x="176009" y="77292"/>
                  </a:lnTo>
                  <a:lnTo>
                    <a:pt x="167093" y="75488"/>
                  </a:lnTo>
                  <a:lnTo>
                    <a:pt x="159829" y="70599"/>
                  </a:lnTo>
                  <a:lnTo>
                    <a:pt x="154927" y="63322"/>
                  </a:lnTo>
                  <a:lnTo>
                    <a:pt x="153123" y="54419"/>
                  </a:lnTo>
                  <a:lnTo>
                    <a:pt x="154940" y="45516"/>
                  </a:lnTo>
                  <a:lnTo>
                    <a:pt x="159867" y="38239"/>
                  </a:lnTo>
                  <a:lnTo>
                    <a:pt x="167170" y="33337"/>
                  </a:lnTo>
                  <a:lnTo>
                    <a:pt x="176009" y="31546"/>
                  </a:lnTo>
                  <a:lnTo>
                    <a:pt x="184899" y="33337"/>
                  </a:lnTo>
                  <a:lnTo>
                    <a:pt x="192176" y="38239"/>
                  </a:lnTo>
                  <a:lnTo>
                    <a:pt x="197078" y="45516"/>
                  </a:lnTo>
                  <a:lnTo>
                    <a:pt x="198869" y="54419"/>
                  </a:lnTo>
                  <a:lnTo>
                    <a:pt x="198869" y="4584"/>
                  </a:lnTo>
                  <a:lnTo>
                    <a:pt x="144424" y="6400"/>
                  </a:lnTo>
                  <a:lnTo>
                    <a:pt x="101053" y="49771"/>
                  </a:lnTo>
                  <a:lnTo>
                    <a:pt x="94653" y="81495"/>
                  </a:lnTo>
                  <a:lnTo>
                    <a:pt x="101053" y="113233"/>
                  </a:lnTo>
                  <a:lnTo>
                    <a:pt x="118529" y="139141"/>
                  </a:lnTo>
                  <a:lnTo>
                    <a:pt x="144424" y="156603"/>
                  </a:lnTo>
                  <a:lnTo>
                    <a:pt x="176161" y="163004"/>
                  </a:lnTo>
                  <a:lnTo>
                    <a:pt x="207886" y="156603"/>
                  </a:lnTo>
                  <a:lnTo>
                    <a:pt x="233794" y="139141"/>
                  </a:lnTo>
                  <a:lnTo>
                    <a:pt x="244500" y="123253"/>
                  </a:lnTo>
                  <a:lnTo>
                    <a:pt x="251269" y="113233"/>
                  </a:lnTo>
                  <a:lnTo>
                    <a:pt x="257390" y="82880"/>
                  </a:lnTo>
                  <a:lnTo>
                    <a:pt x="257670" y="81495"/>
                  </a:lnTo>
                  <a:close/>
                </a:path>
                <a:path w="358140" h="358139">
                  <a:moveTo>
                    <a:pt x="266395" y="208965"/>
                  </a:moveTo>
                  <a:lnTo>
                    <a:pt x="239420" y="162229"/>
                  </a:lnTo>
                  <a:lnTo>
                    <a:pt x="233794" y="166598"/>
                  </a:lnTo>
                  <a:lnTo>
                    <a:pt x="227736" y="170395"/>
                  </a:lnTo>
                  <a:lnTo>
                    <a:pt x="221335" y="173520"/>
                  </a:lnTo>
                  <a:lnTo>
                    <a:pt x="247154" y="217754"/>
                  </a:lnTo>
                  <a:lnTo>
                    <a:pt x="253174" y="214045"/>
                  </a:lnTo>
                  <a:lnTo>
                    <a:pt x="259638" y="211099"/>
                  </a:lnTo>
                  <a:lnTo>
                    <a:pt x="266395" y="208965"/>
                  </a:lnTo>
                  <a:close/>
                </a:path>
                <a:path w="358140" h="358139">
                  <a:moveTo>
                    <a:pt x="357581" y="291846"/>
                  </a:moveTo>
                  <a:lnTo>
                    <a:pt x="342620" y="251726"/>
                  </a:lnTo>
                  <a:lnTo>
                    <a:pt x="328701" y="238874"/>
                  </a:lnTo>
                  <a:lnTo>
                    <a:pt x="328701" y="308737"/>
                  </a:lnTo>
                  <a:lnTo>
                    <a:pt x="328650" y="325653"/>
                  </a:lnTo>
                  <a:lnTo>
                    <a:pt x="255041" y="325653"/>
                  </a:lnTo>
                  <a:lnTo>
                    <a:pt x="255104" y="308737"/>
                  </a:lnTo>
                  <a:lnTo>
                    <a:pt x="281889" y="293966"/>
                  </a:lnTo>
                  <a:lnTo>
                    <a:pt x="282117" y="293966"/>
                  </a:lnTo>
                  <a:lnTo>
                    <a:pt x="287185" y="293192"/>
                  </a:lnTo>
                  <a:lnTo>
                    <a:pt x="297053" y="293192"/>
                  </a:lnTo>
                  <a:lnTo>
                    <a:pt x="302171" y="293966"/>
                  </a:lnTo>
                  <a:lnTo>
                    <a:pt x="307098" y="295478"/>
                  </a:lnTo>
                  <a:lnTo>
                    <a:pt x="313613" y="297167"/>
                  </a:lnTo>
                  <a:lnTo>
                    <a:pt x="319735" y="300151"/>
                  </a:lnTo>
                  <a:lnTo>
                    <a:pt x="325081" y="304266"/>
                  </a:lnTo>
                  <a:lnTo>
                    <a:pt x="327342" y="306044"/>
                  </a:lnTo>
                  <a:lnTo>
                    <a:pt x="328701" y="308737"/>
                  </a:lnTo>
                  <a:lnTo>
                    <a:pt x="328701" y="238874"/>
                  </a:lnTo>
                  <a:lnTo>
                    <a:pt x="317436" y="231279"/>
                  </a:lnTo>
                  <a:lnTo>
                    <a:pt x="310362" y="229857"/>
                  </a:lnTo>
                  <a:lnTo>
                    <a:pt x="310362" y="270129"/>
                  </a:lnTo>
                  <a:lnTo>
                    <a:pt x="308927" y="277317"/>
                  </a:lnTo>
                  <a:lnTo>
                    <a:pt x="304990" y="283197"/>
                  </a:lnTo>
                  <a:lnTo>
                    <a:pt x="299135" y="287172"/>
                  </a:lnTo>
                  <a:lnTo>
                    <a:pt x="291947" y="288632"/>
                  </a:lnTo>
                  <a:lnTo>
                    <a:pt x="284556" y="287172"/>
                  </a:lnTo>
                  <a:lnTo>
                    <a:pt x="284708" y="287172"/>
                  </a:lnTo>
                  <a:lnTo>
                    <a:pt x="278841" y="283197"/>
                  </a:lnTo>
                  <a:lnTo>
                    <a:pt x="274891" y="277317"/>
                  </a:lnTo>
                  <a:lnTo>
                    <a:pt x="273469" y="270129"/>
                  </a:lnTo>
                  <a:lnTo>
                    <a:pt x="274916" y="262940"/>
                  </a:lnTo>
                  <a:lnTo>
                    <a:pt x="278904" y="257086"/>
                  </a:lnTo>
                  <a:lnTo>
                    <a:pt x="284835" y="253149"/>
                  </a:lnTo>
                  <a:lnTo>
                    <a:pt x="291846" y="251726"/>
                  </a:lnTo>
                  <a:lnTo>
                    <a:pt x="299034" y="253149"/>
                  </a:lnTo>
                  <a:lnTo>
                    <a:pt x="304914" y="257086"/>
                  </a:lnTo>
                  <a:lnTo>
                    <a:pt x="308889" y="262940"/>
                  </a:lnTo>
                  <a:lnTo>
                    <a:pt x="310362" y="270129"/>
                  </a:lnTo>
                  <a:lnTo>
                    <a:pt x="310362" y="229857"/>
                  </a:lnTo>
                  <a:lnTo>
                    <a:pt x="266255" y="231279"/>
                  </a:lnTo>
                  <a:lnTo>
                    <a:pt x="231279" y="266255"/>
                  </a:lnTo>
                  <a:lnTo>
                    <a:pt x="226110" y="291846"/>
                  </a:lnTo>
                  <a:lnTo>
                    <a:pt x="231279" y="317436"/>
                  </a:lnTo>
                  <a:lnTo>
                    <a:pt x="245364" y="338328"/>
                  </a:lnTo>
                  <a:lnTo>
                    <a:pt x="266255" y="352412"/>
                  </a:lnTo>
                  <a:lnTo>
                    <a:pt x="291846" y="357581"/>
                  </a:lnTo>
                  <a:lnTo>
                    <a:pt x="317436" y="352412"/>
                  </a:lnTo>
                  <a:lnTo>
                    <a:pt x="338328" y="338328"/>
                  </a:lnTo>
                  <a:lnTo>
                    <a:pt x="346862" y="325653"/>
                  </a:lnTo>
                  <a:lnTo>
                    <a:pt x="352412" y="317436"/>
                  </a:lnTo>
                  <a:lnTo>
                    <a:pt x="357301" y="293192"/>
                  </a:lnTo>
                  <a:lnTo>
                    <a:pt x="357581" y="291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47170" y="2416037"/>
            <a:ext cx="1830070" cy="16998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558165" marR="550545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Social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Improve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academic </a:t>
            </a:r>
            <a:r>
              <a:rPr dirty="0" sz="1150">
                <a:latin typeface="Times New Roman"/>
                <a:cs typeface="Times New Roman"/>
              </a:rPr>
              <a:t>performance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compared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with </a:t>
            </a:r>
            <a:r>
              <a:rPr dirty="0" sz="1150">
                <a:latin typeface="Times New Roman"/>
                <a:cs typeface="Times New Roman"/>
              </a:rPr>
              <a:t>peers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Gain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recognition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from </a:t>
            </a:r>
            <a:r>
              <a:rPr dirty="0" sz="1150">
                <a:latin typeface="Times New Roman"/>
                <a:cs typeface="Times New Roman"/>
              </a:rPr>
              <a:t>classmates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being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well-</a:t>
            </a:r>
            <a:r>
              <a:rPr dirty="0" sz="1150">
                <a:latin typeface="Times New Roman"/>
                <a:cs typeface="Times New Roman"/>
              </a:rPr>
              <a:t>prepared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Participate</a:t>
            </a:r>
            <a:r>
              <a:rPr dirty="0" sz="1150" spc="39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more </a:t>
            </a:r>
            <a:r>
              <a:rPr dirty="0" sz="1150">
                <a:latin typeface="Times New Roman"/>
                <a:cs typeface="Times New Roman"/>
              </a:rPr>
              <a:t>confidently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discussions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group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study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10863" y="1541215"/>
            <a:ext cx="2231390" cy="4234180"/>
            <a:chOff x="7810863" y="1541215"/>
            <a:chExt cx="2231390" cy="4234180"/>
          </a:xfrm>
        </p:grpSpPr>
        <p:sp>
          <p:nvSpPr>
            <p:cNvPr id="20" name="object 20"/>
            <p:cNvSpPr/>
            <p:nvPr/>
          </p:nvSpPr>
          <p:spPr>
            <a:xfrm>
              <a:off x="7810863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9252" y="1541215"/>
              <a:ext cx="814239" cy="8142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951087" y="2416037"/>
            <a:ext cx="1945005" cy="16998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615315" marR="608330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Macro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Study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Hub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improves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learning </a:t>
            </a:r>
            <a:r>
              <a:rPr dirty="0" sz="1150">
                <a:latin typeface="Times New Roman"/>
                <a:cs typeface="Times New Roman"/>
              </a:rPr>
              <a:t>efficiency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reducing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search </a:t>
            </a:r>
            <a:r>
              <a:rPr dirty="0" sz="1150">
                <a:latin typeface="Times New Roman"/>
                <a:cs typeface="Times New Roman"/>
              </a:rPr>
              <a:t>time,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providing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organized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study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resources,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enabling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access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share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quality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digital materials.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267" y="2583442"/>
            <a:ext cx="2239159" cy="22717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211922" y="1752917"/>
            <a:ext cx="5944235" cy="1221740"/>
          </a:xfrm>
          <a:custGeom>
            <a:avLst/>
            <a:gdLst/>
            <a:ahLst/>
            <a:cxnLst/>
            <a:rect l="l" t="t" r="r" b="b"/>
            <a:pathLst>
              <a:path w="5944234" h="1221739">
                <a:moveTo>
                  <a:pt x="5943951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5943951" y="0"/>
                </a:lnTo>
                <a:lnTo>
                  <a:pt x="5943951" y="12213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11922" y="3137125"/>
            <a:ext cx="5944235" cy="1221740"/>
          </a:xfrm>
          <a:custGeom>
            <a:avLst/>
            <a:gdLst/>
            <a:ahLst/>
            <a:cxnLst/>
            <a:rect l="l" t="t" r="r" b="b"/>
            <a:pathLst>
              <a:path w="5944234" h="1221739">
                <a:moveTo>
                  <a:pt x="5943951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5943951" y="0"/>
                </a:lnTo>
                <a:lnTo>
                  <a:pt x="5943951" y="12213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90057" y="1886780"/>
            <a:ext cx="4941570" cy="2276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Direct</a:t>
            </a:r>
            <a:endParaRPr sz="1800">
              <a:latin typeface="Times New Roman"/>
              <a:cs typeface="Times New Roman"/>
            </a:endParaRPr>
          </a:p>
          <a:p>
            <a:pPr marL="12700" marR="734695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latin typeface="Times New Roman"/>
                <a:cs typeface="Times New Roman"/>
              </a:rPr>
              <a:t>Nexus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Notes,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Notesgen,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Stuvia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CollegeNotes.in </a:t>
            </a:r>
            <a:r>
              <a:rPr dirty="0" sz="1400">
                <a:latin typeface="Times New Roman"/>
                <a:cs typeface="Times New Roman"/>
              </a:rPr>
              <a:t>Studocu,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Course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Hero,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OneClass,</a:t>
            </a:r>
            <a:r>
              <a:rPr dirty="0" sz="1400" spc="3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Docsity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Indirect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latin typeface="Times New Roman"/>
                <a:cs typeface="Times New Roman"/>
              </a:rPr>
              <a:t>Google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Drive,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WhatsApp,</a:t>
            </a:r>
            <a:r>
              <a:rPr dirty="0" sz="1400" spc="3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Telegram,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College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LMS/ERP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Portals </a:t>
            </a:r>
            <a:r>
              <a:rPr dirty="0" sz="1400">
                <a:latin typeface="Times New Roman"/>
                <a:cs typeface="Times New Roman"/>
              </a:rPr>
              <a:t>Khan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Academy,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Coursera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,Udemy,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YouTube,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Google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Classroom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1922" y="4521333"/>
            <a:ext cx="5944235" cy="89598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317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18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Times New Roman"/>
                <a:cs typeface="Times New Roman"/>
              </a:rPr>
              <a:t>UVP</a:t>
            </a:r>
            <a:endParaRPr sz="1800">
              <a:latin typeface="Times New Roman"/>
              <a:cs typeface="Times New Roman"/>
            </a:endParaRPr>
          </a:p>
          <a:p>
            <a:pPr algn="ctr" marL="523875" marR="521970">
              <a:lnSpc>
                <a:spcPts val="1540"/>
              </a:lnSpc>
              <a:spcBef>
                <a:spcPts val="156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14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reliable,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syllabus-aligned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study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resources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faster,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one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place.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BF0000"/>
                </a:solidFill>
              </a:rPr>
              <a:t>Competitors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755948" y="2046044"/>
            <a:ext cx="733425" cy="733425"/>
            <a:chOff x="3755948" y="2046044"/>
            <a:chExt cx="733425" cy="733425"/>
          </a:xfrm>
        </p:grpSpPr>
        <p:sp>
          <p:nvSpPr>
            <p:cNvPr id="10" name="object 10"/>
            <p:cNvSpPr/>
            <p:nvPr/>
          </p:nvSpPr>
          <p:spPr>
            <a:xfrm>
              <a:off x="3755948" y="2046044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407" y="732815"/>
                  </a:moveTo>
                  <a:lnTo>
                    <a:pt x="320446" y="729961"/>
                  </a:lnTo>
                  <a:lnTo>
                    <a:pt x="276188" y="721625"/>
                  </a:lnTo>
                  <a:lnTo>
                    <a:pt x="233977" y="708152"/>
                  </a:lnTo>
                  <a:lnTo>
                    <a:pt x="194157" y="689885"/>
                  </a:lnTo>
                  <a:lnTo>
                    <a:pt x="157070" y="667168"/>
                  </a:lnTo>
                  <a:lnTo>
                    <a:pt x="123061" y="640343"/>
                  </a:lnTo>
                  <a:lnTo>
                    <a:pt x="92472" y="609754"/>
                  </a:lnTo>
                  <a:lnTo>
                    <a:pt x="65647" y="575745"/>
                  </a:lnTo>
                  <a:lnTo>
                    <a:pt x="42930" y="538658"/>
                  </a:lnTo>
                  <a:lnTo>
                    <a:pt x="24663" y="498838"/>
                  </a:lnTo>
                  <a:lnTo>
                    <a:pt x="11190" y="456627"/>
                  </a:lnTo>
                  <a:lnTo>
                    <a:pt x="2854" y="412369"/>
                  </a:lnTo>
                  <a:lnTo>
                    <a:pt x="0" y="366407"/>
                  </a:lnTo>
                  <a:lnTo>
                    <a:pt x="2854" y="320446"/>
                  </a:lnTo>
                  <a:lnTo>
                    <a:pt x="11190" y="276188"/>
                  </a:lnTo>
                  <a:lnTo>
                    <a:pt x="24663" y="233977"/>
                  </a:lnTo>
                  <a:lnTo>
                    <a:pt x="42930" y="194157"/>
                  </a:lnTo>
                  <a:lnTo>
                    <a:pt x="65647" y="157070"/>
                  </a:lnTo>
                  <a:lnTo>
                    <a:pt x="92472" y="123061"/>
                  </a:lnTo>
                  <a:lnTo>
                    <a:pt x="123061" y="92472"/>
                  </a:lnTo>
                  <a:lnTo>
                    <a:pt x="157070" y="65647"/>
                  </a:lnTo>
                  <a:lnTo>
                    <a:pt x="194157" y="42930"/>
                  </a:lnTo>
                  <a:lnTo>
                    <a:pt x="233977" y="24663"/>
                  </a:lnTo>
                  <a:lnTo>
                    <a:pt x="276188" y="11190"/>
                  </a:lnTo>
                  <a:lnTo>
                    <a:pt x="320446" y="2854"/>
                  </a:lnTo>
                  <a:lnTo>
                    <a:pt x="366407" y="0"/>
                  </a:lnTo>
                  <a:lnTo>
                    <a:pt x="412369" y="2854"/>
                  </a:lnTo>
                  <a:lnTo>
                    <a:pt x="456627" y="11190"/>
                  </a:lnTo>
                  <a:lnTo>
                    <a:pt x="498838" y="24663"/>
                  </a:lnTo>
                  <a:lnTo>
                    <a:pt x="538658" y="42930"/>
                  </a:lnTo>
                  <a:lnTo>
                    <a:pt x="575745" y="65647"/>
                  </a:lnTo>
                  <a:lnTo>
                    <a:pt x="609754" y="92472"/>
                  </a:lnTo>
                  <a:lnTo>
                    <a:pt x="640343" y="123061"/>
                  </a:lnTo>
                  <a:lnTo>
                    <a:pt x="667168" y="157070"/>
                  </a:lnTo>
                  <a:lnTo>
                    <a:pt x="689885" y="194157"/>
                  </a:lnTo>
                  <a:lnTo>
                    <a:pt x="708152" y="233977"/>
                  </a:lnTo>
                  <a:lnTo>
                    <a:pt x="721625" y="276188"/>
                  </a:lnTo>
                  <a:lnTo>
                    <a:pt x="729961" y="320446"/>
                  </a:lnTo>
                  <a:lnTo>
                    <a:pt x="732815" y="366407"/>
                  </a:lnTo>
                  <a:lnTo>
                    <a:pt x="729961" y="412369"/>
                  </a:lnTo>
                  <a:lnTo>
                    <a:pt x="721625" y="456627"/>
                  </a:lnTo>
                  <a:lnTo>
                    <a:pt x="708152" y="498838"/>
                  </a:lnTo>
                  <a:lnTo>
                    <a:pt x="689885" y="538658"/>
                  </a:lnTo>
                  <a:lnTo>
                    <a:pt x="667168" y="575745"/>
                  </a:lnTo>
                  <a:lnTo>
                    <a:pt x="640343" y="609754"/>
                  </a:lnTo>
                  <a:lnTo>
                    <a:pt x="609754" y="640343"/>
                  </a:lnTo>
                  <a:lnTo>
                    <a:pt x="575745" y="667168"/>
                  </a:lnTo>
                  <a:lnTo>
                    <a:pt x="538658" y="689885"/>
                  </a:lnTo>
                  <a:lnTo>
                    <a:pt x="498838" y="708152"/>
                  </a:lnTo>
                  <a:lnTo>
                    <a:pt x="456627" y="721625"/>
                  </a:lnTo>
                  <a:lnTo>
                    <a:pt x="412369" y="729961"/>
                  </a:lnTo>
                  <a:lnTo>
                    <a:pt x="366407" y="732815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81769" y="2244414"/>
              <a:ext cx="289560" cy="328295"/>
            </a:xfrm>
            <a:custGeom>
              <a:avLst/>
              <a:gdLst/>
              <a:ahLst/>
              <a:cxnLst/>
              <a:rect l="l" t="t" r="r" b="b"/>
              <a:pathLst>
                <a:path w="289560" h="328294">
                  <a:moveTo>
                    <a:pt x="245382" y="327933"/>
                  </a:moveTo>
                  <a:lnTo>
                    <a:pt x="231406" y="322980"/>
                  </a:lnTo>
                  <a:lnTo>
                    <a:pt x="220306" y="313150"/>
                  </a:lnTo>
                  <a:lnTo>
                    <a:pt x="213599" y="299334"/>
                  </a:lnTo>
                  <a:lnTo>
                    <a:pt x="134984" y="299334"/>
                  </a:lnTo>
                  <a:lnTo>
                    <a:pt x="134984" y="201389"/>
                  </a:lnTo>
                  <a:lnTo>
                    <a:pt x="125454" y="197478"/>
                  </a:lnTo>
                  <a:lnTo>
                    <a:pt x="117417" y="191313"/>
                  </a:lnTo>
                  <a:lnTo>
                    <a:pt x="111254" y="183276"/>
                  </a:lnTo>
                  <a:lnTo>
                    <a:pt x="107349" y="173745"/>
                  </a:lnTo>
                  <a:lnTo>
                    <a:pt x="106483" y="158412"/>
                  </a:lnTo>
                  <a:lnTo>
                    <a:pt x="111392" y="144422"/>
                  </a:lnTo>
                  <a:lnTo>
                    <a:pt x="121189" y="133294"/>
                  </a:lnTo>
                  <a:lnTo>
                    <a:pt x="134984" y="126544"/>
                  </a:lnTo>
                  <a:lnTo>
                    <a:pt x="134984" y="47937"/>
                  </a:lnTo>
                  <a:lnTo>
                    <a:pt x="75715" y="47937"/>
                  </a:lnTo>
                  <a:lnTo>
                    <a:pt x="71807" y="57530"/>
                  </a:lnTo>
                  <a:lnTo>
                    <a:pt x="65617" y="65617"/>
                  </a:lnTo>
                  <a:lnTo>
                    <a:pt x="57530" y="71810"/>
                  </a:lnTo>
                  <a:lnTo>
                    <a:pt x="47934" y="75719"/>
                  </a:lnTo>
                  <a:lnTo>
                    <a:pt x="32598" y="76536"/>
                  </a:lnTo>
                  <a:lnTo>
                    <a:pt x="18625" y="71583"/>
                  </a:lnTo>
                  <a:lnTo>
                    <a:pt x="7528" y="61753"/>
                  </a:lnTo>
                  <a:lnTo>
                    <a:pt x="822" y="47937"/>
                  </a:lnTo>
                  <a:lnTo>
                    <a:pt x="0" y="32601"/>
                  </a:lnTo>
                  <a:lnTo>
                    <a:pt x="4950" y="18624"/>
                  </a:lnTo>
                  <a:lnTo>
                    <a:pt x="14779" y="7524"/>
                  </a:lnTo>
                  <a:lnTo>
                    <a:pt x="28595" y="817"/>
                  </a:lnTo>
                  <a:lnTo>
                    <a:pt x="43932" y="0"/>
                  </a:lnTo>
                  <a:lnTo>
                    <a:pt x="57908" y="4952"/>
                  </a:lnTo>
                  <a:lnTo>
                    <a:pt x="69008" y="14783"/>
                  </a:lnTo>
                  <a:lnTo>
                    <a:pt x="75715" y="28599"/>
                  </a:lnTo>
                  <a:lnTo>
                    <a:pt x="154330" y="28599"/>
                  </a:lnTo>
                  <a:lnTo>
                    <a:pt x="154330" y="126544"/>
                  </a:lnTo>
                  <a:lnTo>
                    <a:pt x="163860" y="130454"/>
                  </a:lnTo>
                  <a:lnTo>
                    <a:pt x="171897" y="136619"/>
                  </a:lnTo>
                  <a:lnTo>
                    <a:pt x="178060" y="144657"/>
                  </a:lnTo>
                  <a:lnTo>
                    <a:pt x="181966" y="154187"/>
                  </a:lnTo>
                  <a:lnTo>
                    <a:pt x="182831" y="169520"/>
                  </a:lnTo>
                  <a:lnTo>
                    <a:pt x="177922" y="183510"/>
                  </a:lnTo>
                  <a:lnTo>
                    <a:pt x="168126" y="194639"/>
                  </a:lnTo>
                  <a:lnTo>
                    <a:pt x="154330" y="201389"/>
                  </a:lnTo>
                  <a:lnTo>
                    <a:pt x="154330" y="279995"/>
                  </a:lnTo>
                  <a:lnTo>
                    <a:pt x="213599" y="279995"/>
                  </a:lnTo>
                  <a:lnTo>
                    <a:pt x="218825" y="268265"/>
                  </a:lnTo>
                  <a:lnTo>
                    <a:pt x="227350" y="259097"/>
                  </a:lnTo>
                  <a:lnTo>
                    <a:pt x="238353" y="253127"/>
                  </a:lnTo>
                  <a:lnTo>
                    <a:pt x="251013" y="250992"/>
                  </a:lnTo>
                  <a:lnTo>
                    <a:pt x="263696" y="253115"/>
                  </a:lnTo>
                  <a:lnTo>
                    <a:pt x="274718" y="259082"/>
                  </a:lnTo>
                  <a:lnTo>
                    <a:pt x="283257" y="268255"/>
                  </a:lnTo>
                  <a:lnTo>
                    <a:pt x="288493" y="279995"/>
                  </a:lnTo>
                  <a:lnTo>
                    <a:pt x="289315" y="295332"/>
                  </a:lnTo>
                  <a:lnTo>
                    <a:pt x="284364" y="309308"/>
                  </a:lnTo>
                  <a:lnTo>
                    <a:pt x="274535" y="320408"/>
                  </a:lnTo>
                  <a:lnTo>
                    <a:pt x="260719" y="327115"/>
                  </a:lnTo>
                  <a:lnTo>
                    <a:pt x="245382" y="327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64090" y="3430252"/>
            <a:ext cx="733425" cy="733425"/>
            <a:chOff x="3764090" y="3430252"/>
            <a:chExt cx="733425" cy="733425"/>
          </a:xfrm>
        </p:grpSpPr>
        <p:sp>
          <p:nvSpPr>
            <p:cNvPr id="13" name="object 13"/>
            <p:cNvSpPr/>
            <p:nvPr/>
          </p:nvSpPr>
          <p:spPr>
            <a:xfrm>
              <a:off x="3764090" y="3430252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407" y="732815"/>
                  </a:moveTo>
                  <a:lnTo>
                    <a:pt x="320446" y="729961"/>
                  </a:lnTo>
                  <a:lnTo>
                    <a:pt x="276188" y="721625"/>
                  </a:lnTo>
                  <a:lnTo>
                    <a:pt x="233977" y="708152"/>
                  </a:lnTo>
                  <a:lnTo>
                    <a:pt x="194157" y="689885"/>
                  </a:lnTo>
                  <a:lnTo>
                    <a:pt x="157070" y="667168"/>
                  </a:lnTo>
                  <a:lnTo>
                    <a:pt x="123061" y="640343"/>
                  </a:lnTo>
                  <a:lnTo>
                    <a:pt x="92472" y="609754"/>
                  </a:lnTo>
                  <a:lnTo>
                    <a:pt x="65647" y="575745"/>
                  </a:lnTo>
                  <a:lnTo>
                    <a:pt x="42930" y="538658"/>
                  </a:lnTo>
                  <a:lnTo>
                    <a:pt x="24663" y="498838"/>
                  </a:lnTo>
                  <a:lnTo>
                    <a:pt x="11190" y="456627"/>
                  </a:lnTo>
                  <a:lnTo>
                    <a:pt x="2854" y="412369"/>
                  </a:lnTo>
                  <a:lnTo>
                    <a:pt x="0" y="366407"/>
                  </a:lnTo>
                  <a:lnTo>
                    <a:pt x="2854" y="320446"/>
                  </a:lnTo>
                  <a:lnTo>
                    <a:pt x="11190" y="276188"/>
                  </a:lnTo>
                  <a:lnTo>
                    <a:pt x="24663" y="233977"/>
                  </a:lnTo>
                  <a:lnTo>
                    <a:pt x="42930" y="194157"/>
                  </a:lnTo>
                  <a:lnTo>
                    <a:pt x="65647" y="157070"/>
                  </a:lnTo>
                  <a:lnTo>
                    <a:pt x="92472" y="123061"/>
                  </a:lnTo>
                  <a:lnTo>
                    <a:pt x="123061" y="92472"/>
                  </a:lnTo>
                  <a:lnTo>
                    <a:pt x="157070" y="65647"/>
                  </a:lnTo>
                  <a:lnTo>
                    <a:pt x="194157" y="42930"/>
                  </a:lnTo>
                  <a:lnTo>
                    <a:pt x="233977" y="24663"/>
                  </a:lnTo>
                  <a:lnTo>
                    <a:pt x="276188" y="11190"/>
                  </a:lnTo>
                  <a:lnTo>
                    <a:pt x="320446" y="2854"/>
                  </a:lnTo>
                  <a:lnTo>
                    <a:pt x="366407" y="0"/>
                  </a:lnTo>
                  <a:lnTo>
                    <a:pt x="412369" y="2854"/>
                  </a:lnTo>
                  <a:lnTo>
                    <a:pt x="456627" y="11190"/>
                  </a:lnTo>
                  <a:lnTo>
                    <a:pt x="498838" y="24663"/>
                  </a:lnTo>
                  <a:lnTo>
                    <a:pt x="538658" y="42930"/>
                  </a:lnTo>
                  <a:lnTo>
                    <a:pt x="575745" y="65647"/>
                  </a:lnTo>
                  <a:lnTo>
                    <a:pt x="609754" y="92472"/>
                  </a:lnTo>
                  <a:lnTo>
                    <a:pt x="640343" y="123061"/>
                  </a:lnTo>
                  <a:lnTo>
                    <a:pt x="667168" y="157070"/>
                  </a:lnTo>
                  <a:lnTo>
                    <a:pt x="689885" y="194157"/>
                  </a:lnTo>
                  <a:lnTo>
                    <a:pt x="708152" y="233977"/>
                  </a:lnTo>
                  <a:lnTo>
                    <a:pt x="721625" y="276188"/>
                  </a:lnTo>
                  <a:lnTo>
                    <a:pt x="729961" y="320446"/>
                  </a:lnTo>
                  <a:lnTo>
                    <a:pt x="732815" y="366407"/>
                  </a:lnTo>
                  <a:lnTo>
                    <a:pt x="729961" y="412369"/>
                  </a:lnTo>
                  <a:lnTo>
                    <a:pt x="721625" y="456627"/>
                  </a:lnTo>
                  <a:lnTo>
                    <a:pt x="708152" y="498838"/>
                  </a:lnTo>
                  <a:lnTo>
                    <a:pt x="689885" y="538658"/>
                  </a:lnTo>
                  <a:lnTo>
                    <a:pt x="667168" y="575745"/>
                  </a:lnTo>
                  <a:lnTo>
                    <a:pt x="640343" y="609754"/>
                  </a:lnTo>
                  <a:lnTo>
                    <a:pt x="609754" y="640343"/>
                  </a:lnTo>
                  <a:lnTo>
                    <a:pt x="575745" y="667168"/>
                  </a:lnTo>
                  <a:lnTo>
                    <a:pt x="538658" y="689885"/>
                  </a:lnTo>
                  <a:lnTo>
                    <a:pt x="498838" y="708152"/>
                  </a:lnTo>
                  <a:lnTo>
                    <a:pt x="456627" y="721625"/>
                  </a:lnTo>
                  <a:lnTo>
                    <a:pt x="412369" y="729961"/>
                  </a:lnTo>
                  <a:lnTo>
                    <a:pt x="366407" y="732815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70272" y="3644495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29">
                  <a:moveTo>
                    <a:pt x="320533" y="328757"/>
                  </a:moveTo>
                  <a:lnTo>
                    <a:pt x="20787" y="328757"/>
                  </a:lnTo>
                  <a:lnTo>
                    <a:pt x="20787" y="299746"/>
                  </a:lnTo>
                  <a:lnTo>
                    <a:pt x="291522" y="299746"/>
                  </a:lnTo>
                  <a:lnTo>
                    <a:pt x="291522" y="29011"/>
                  </a:lnTo>
                  <a:lnTo>
                    <a:pt x="20787" y="29011"/>
                  </a:lnTo>
                  <a:lnTo>
                    <a:pt x="20787" y="0"/>
                  </a:lnTo>
                  <a:lnTo>
                    <a:pt x="320533" y="0"/>
                  </a:lnTo>
                  <a:lnTo>
                    <a:pt x="320533" y="328757"/>
                  </a:lnTo>
                  <a:close/>
                </a:path>
                <a:path w="320675" h="328929">
                  <a:moveTo>
                    <a:pt x="49798" y="299746"/>
                  </a:moveTo>
                  <a:lnTo>
                    <a:pt x="6285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85" y="270734"/>
                  </a:lnTo>
                  <a:lnTo>
                    <a:pt x="20787" y="270734"/>
                  </a:lnTo>
                  <a:lnTo>
                    <a:pt x="20787" y="251404"/>
                  </a:lnTo>
                  <a:lnTo>
                    <a:pt x="6285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85" y="222393"/>
                  </a:lnTo>
                  <a:lnTo>
                    <a:pt x="20787" y="222393"/>
                  </a:lnTo>
                  <a:lnTo>
                    <a:pt x="20787" y="203055"/>
                  </a:lnTo>
                  <a:lnTo>
                    <a:pt x="6285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85" y="174051"/>
                  </a:lnTo>
                  <a:lnTo>
                    <a:pt x="20787" y="174051"/>
                  </a:lnTo>
                  <a:lnTo>
                    <a:pt x="20787" y="154705"/>
                  </a:lnTo>
                  <a:lnTo>
                    <a:pt x="6285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85" y="125702"/>
                  </a:lnTo>
                  <a:lnTo>
                    <a:pt x="20787" y="125702"/>
                  </a:lnTo>
                  <a:lnTo>
                    <a:pt x="20787" y="106364"/>
                  </a:lnTo>
                  <a:lnTo>
                    <a:pt x="6285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85" y="77352"/>
                  </a:lnTo>
                  <a:lnTo>
                    <a:pt x="20787" y="77352"/>
                  </a:lnTo>
                  <a:lnTo>
                    <a:pt x="20787" y="58022"/>
                  </a:lnTo>
                  <a:lnTo>
                    <a:pt x="14501" y="58022"/>
                  </a:lnTo>
                  <a:lnTo>
                    <a:pt x="6766" y="57534"/>
                  </a:lnTo>
                  <a:lnTo>
                    <a:pt x="969" y="51248"/>
                  </a:lnTo>
                  <a:lnTo>
                    <a:pt x="1449" y="43513"/>
                  </a:lnTo>
                  <a:lnTo>
                    <a:pt x="1449" y="35777"/>
                  </a:lnTo>
                  <a:lnTo>
                    <a:pt x="6766" y="29491"/>
                  </a:lnTo>
                  <a:lnTo>
                    <a:pt x="14501" y="29011"/>
                  </a:lnTo>
                  <a:lnTo>
                    <a:pt x="49798" y="29011"/>
                  </a:lnTo>
                  <a:lnTo>
                    <a:pt x="49798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105" y="3701548"/>
              <a:ext cx="185646" cy="21464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17" name="object 17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Competitors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541215"/>
            <a:ext cx="2165985" cy="3827145"/>
            <a:chOff x="857253" y="1541215"/>
            <a:chExt cx="2165985" cy="3827145"/>
          </a:xfrm>
        </p:grpSpPr>
        <p:sp>
          <p:nvSpPr>
            <p:cNvPr id="5" name="object 5"/>
            <p:cNvSpPr/>
            <p:nvPr/>
          </p:nvSpPr>
          <p:spPr>
            <a:xfrm>
              <a:off x="857253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5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3067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109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99606" y="1780297"/>
              <a:ext cx="289560" cy="328295"/>
            </a:xfrm>
            <a:custGeom>
              <a:avLst/>
              <a:gdLst/>
              <a:ahLst/>
              <a:cxnLst/>
              <a:rect l="l" t="t" r="r" b="b"/>
              <a:pathLst>
                <a:path w="289560" h="328294">
                  <a:moveTo>
                    <a:pt x="245382" y="327933"/>
                  </a:moveTo>
                  <a:lnTo>
                    <a:pt x="231406" y="322980"/>
                  </a:lnTo>
                  <a:lnTo>
                    <a:pt x="220306" y="313150"/>
                  </a:lnTo>
                  <a:lnTo>
                    <a:pt x="213599" y="299334"/>
                  </a:lnTo>
                  <a:lnTo>
                    <a:pt x="134984" y="299334"/>
                  </a:lnTo>
                  <a:lnTo>
                    <a:pt x="134984" y="201389"/>
                  </a:lnTo>
                  <a:lnTo>
                    <a:pt x="125454" y="197478"/>
                  </a:lnTo>
                  <a:lnTo>
                    <a:pt x="117417" y="191313"/>
                  </a:lnTo>
                  <a:lnTo>
                    <a:pt x="111254" y="183276"/>
                  </a:lnTo>
                  <a:lnTo>
                    <a:pt x="107349" y="173745"/>
                  </a:lnTo>
                  <a:lnTo>
                    <a:pt x="106483" y="158412"/>
                  </a:lnTo>
                  <a:lnTo>
                    <a:pt x="111392" y="144422"/>
                  </a:lnTo>
                  <a:lnTo>
                    <a:pt x="121189" y="133294"/>
                  </a:lnTo>
                  <a:lnTo>
                    <a:pt x="134984" y="126544"/>
                  </a:lnTo>
                  <a:lnTo>
                    <a:pt x="134984" y="47937"/>
                  </a:lnTo>
                  <a:lnTo>
                    <a:pt x="75715" y="47937"/>
                  </a:lnTo>
                  <a:lnTo>
                    <a:pt x="71807" y="57530"/>
                  </a:lnTo>
                  <a:lnTo>
                    <a:pt x="65617" y="65617"/>
                  </a:lnTo>
                  <a:lnTo>
                    <a:pt x="57530" y="71810"/>
                  </a:lnTo>
                  <a:lnTo>
                    <a:pt x="47934" y="75719"/>
                  </a:lnTo>
                  <a:lnTo>
                    <a:pt x="32598" y="76536"/>
                  </a:lnTo>
                  <a:lnTo>
                    <a:pt x="18625" y="71583"/>
                  </a:lnTo>
                  <a:lnTo>
                    <a:pt x="7528" y="61753"/>
                  </a:lnTo>
                  <a:lnTo>
                    <a:pt x="822" y="47937"/>
                  </a:lnTo>
                  <a:lnTo>
                    <a:pt x="0" y="32601"/>
                  </a:lnTo>
                  <a:lnTo>
                    <a:pt x="4950" y="18624"/>
                  </a:lnTo>
                  <a:lnTo>
                    <a:pt x="14779" y="7524"/>
                  </a:lnTo>
                  <a:lnTo>
                    <a:pt x="28595" y="817"/>
                  </a:lnTo>
                  <a:lnTo>
                    <a:pt x="43932" y="0"/>
                  </a:lnTo>
                  <a:lnTo>
                    <a:pt x="57908" y="4952"/>
                  </a:lnTo>
                  <a:lnTo>
                    <a:pt x="69008" y="14783"/>
                  </a:lnTo>
                  <a:lnTo>
                    <a:pt x="75715" y="28599"/>
                  </a:lnTo>
                  <a:lnTo>
                    <a:pt x="154330" y="28599"/>
                  </a:lnTo>
                  <a:lnTo>
                    <a:pt x="154330" y="126544"/>
                  </a:lnTo>
                  <a:lnTo>
                    <a:pt x="163860" y="130454"/>
                  </a:lnTo>
                  <a:lnTo>
                    <a:pt x="171897" y="136619"/>
                  </a:lnTo>
                  <a:lnTo>
                    <a:pt x="178060" y="144657"/>
                  </a:lnTo>
                  <a:lnTo>
                    <a:pt x="181966" y="154187"/>
                  </a:lnTo>
                  <a:lnTo>
                    <a:pt x="182831" y="169520"/>
                  </a:lnTo>
                  <a:lnTo>
                    <a:pt x="177922" y="183510"/>
                  </a:lnTo>
                  <a:lnTo>
                    <a:pt x="168126" y="194639"/>
                  </a:lnTo>
                  <a:lnTo>
                    <a:pt x="154330" y="201389"/>
                  </a:lnTo>
                  <a:lnTo>
                    <a:pt x="154330" y="279995"/>
                  </a:lnTo>
                  <a:lnTo>
                    <a:pt x="213599" y="279995"/>
                  </a:lnTo>
                  <a:lnTo>
                    <a:pt x="218825" y="268265"/>
                  </a:lnTo>
                  <a:lnTo>
                    <a:pt x="227350" y="259097"/>
                  </a:lnTo>
                  <a:lnTo>
                    <a:pt x="238353" y="253127"/>
                  </a:lnTo>
                  <a:lnTo>
                    <a:pt x="251013" y="250992"/>
                  </a:lnTo>
                  <a:lnTo>
                    <a:pt x="263696" y="253115"/>
                  </a:lnTo>
                  <a:lnTo>
                    <a:pt x="274718" y="259082"/>
                  </a:lnTo>
                  <a:lnTo>
                    <a:pt x="283257" y="268255"/>
                  </a:lnTo>
                  <a:lnTo>
                    <a:pt x="288493" y="279995"/>
                  </a:lnTo>
                  <a:lnTo>
                    <a:pt x="289315" y="295332"/>
                  </a:lnTo>
                  <a:lnTo>
                    <a:pt x="284364" y="309308"/>
                  </a:lnTo>
                  <a:lnTo>
                    <a:pt x="274535" y="320408"/>
                  </a:lnTo>
                  <a:lnTo>
                    <a:pt x="260719" y="327115"/>
                  </a:lnTo>
                  <a:lnTo>
                    <a:pt x="245382" y="327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7757" y="2473033"/>
            <a:ext cx="1719580" cy="12636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22885" marR="215265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</a:t>
            </a:r>
            <a:endParaRPr sz="1800">
              <a:latin typeface="Times New Roman"/>
              <a:cs typeface="Times New Roman"/>
            </a:endParaRPr>
          </a:p>
          <a:p>
            <a:pPr algn="ctr" marL="12065" marR="5080">
              <a:lnSpc>
                <a:spcPts val="1410"/>
              </a:lnSpc>
              <a:spcBef>
                <a:spcPts val="1360"/>
              </a:spcBef>
            </a:pPr>
            <a:r>
              <a:rPr dirty="0" sz="1250">
                <a:latin typeface="Times New Roman"/>
                <a:cs typeface="Times New Roman"/>
              </a:rPr>
              <a:t>Nexus</a:t>
            </a:r>
            <a:r>
              <a:rPr dirty="0" sz="1250" spc="3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Notes,</a:t>
            </a:r>
            <a:r>
              <a:rPr dirty="0" sz="1250" spc="34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Notesgen, </a:t>
            </a:r>
            <a:r>
              <a:rPr dirty="0" sz="1250">
                <a:latin typeface="Times New Roman"/>
                <a:cs typeface="Times New Roman"/>
              </a:rPr>
              <a:t>Stuvia</a:t>
            </a:r>
            <a:r>
              <a:rPr dirty="0" sz="1250" spc="35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India, </a:t>
            </a:r>
            <a:r>
              <a:rPr dirty="0" sz="1250" spc="35">
                <a:latin typeface="Times New Roman"/>
                <a:cs typeface="Times New Roman"/>
              </a:rPr>
              <a:t>CollegeNotes.in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53410" y="1541215"/>
            <a:ext cx="2165985" cy="3827145"/>
            <a:chOff x="3153410" y="1541215"/>
            <a:chExt cx="2165985" cy="3827145"/>
          </a:xfrm>
        </p:grpSpPr>
        <p:sp>
          <p:nvSpPr>
            <p:cNvPr id="10" name="object 10"/>
            <p:cNvSpPr/>
            <p:nvPr/>
          </p:nvSpPr>
          <p:spPr>
            <a:xfrm>
              <a:off x="3153410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5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29228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17" y="180936"/>
                  </a:lnTo>
                  <a:lnTo>
                    <a:pt x="721817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37" y="7823"/>
                  </a:lnTo>
                  <a:lnTo>
                    <a:pt x="447014" y="1955"/>
                  </a:lnTo>
                  <a:lnTo>
                    <a:pt x="407111" y="0"/>
                  </a:lnTo>
                  <a:lnTo>
                    <a:pt x="397116" y="127"/>
                  </a:lnTo>
                  <a:lnTo>
                    <a:pt x="357276" y="3060"/>
                  </a:lnTo>
                  <a:lnTo>
                    <a:pt x="317906" y="9893"/>
                  </a:lnTo>
                  <a:lnTo>
                    <a:pt x="279412" y="20548"/>
                  </a:lnTo>
                  <a:lnTo>
                    <a:pt x="242125" y="34925"/>
                  </a:lnTo>
                  <a:lnTo>
                    <a:pt x="206438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56" y="156654"/>
                  </a:lnTo>
                  <a:lnTo>
                    <a:pt x="63157" y="189318"/>
                  </a:lnTo>
                  <a:lnTo>
                    <a:pt x="43459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092" y="377177"/>
                  </a:lnTo>
                  <a:lnTo>
                    <a:pt x="0" y="407123"/>
                  </a:lnTo>
                  <a:lnTo>
                    <a:pt x="114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82" y="607796"/>
                  </a:lnTo>
                  <a:lnTo>
                    <a:pt x="74256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66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64" y="813142"/>
                  </a:lnTo>
                  <a:lnTo>
                    <a:pt x="407111" y="814235"/>
                  </a:lnTo>
                  <a:lnTo>
                    <a:pt x="417106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096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67" y="687844"/>
                  </a:lnTo>
                  <a:lnTo>
                    <a:pt x="728065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84266" y="1796170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30">
                  <a:moveTo>
                    <a:pt x="320533" y="328757"/>
                  </a:moveTo>
                  <a:lnTo>
                    <a:pt x="20787" y="328757"/>
                  </a:lnTo>
                  <a:lnTo>
                    <a:pt x="20787" y="299746"/>
                  </a:lnTo>
                  <a:lnTo>
                    <a:pt x="291522" y="299746"/>
                  </a:lnTo>
                  <a:lnTo>
                    <a:pt x="291522" y="29011"/>
                  </a:lnTo>
                  <a:lnTo>
                    <a:pt x="20787" y="29011"/>
                  </a:lnTo>
                  <a:lnTo>
                    <a:pt x="20787" y="0"/>
                  </a:lnTo>
                  <a:lnTo>
                    <a:pt x="320533" y="0"/>
                  </a:lnTo>
                  <a:lnTo>
                    <a:pt x="320533" y="328757"/>
                  </a:lnTo>
                  <a:close/>
                </a:path>
                <a:path w="320675" h="328930">
                  <a:moveTo>
                    <a:pt x="49798" y="299746"/>
                  </a:moveTo>
                  <a:lnTo>
                    <a:pt x="6285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85" y="270734"/>
                  </a:lnTo>
                  <a:lnTo>
                    <a:pt x="20787" y="270734"/>
                  </a:lnTo>
                  <a:lnTo>
                    <a:pt x="20787" y="251404"/>
                  </a:lnTo>
                  <a:lnTo>
                    <a:pt x="6285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85" y="222393"/>
                  </a:lnTo>
                  <a:lnTo>
                    <a:pt x="20787" y="222393"/>
                  </a:lnTo>
                  <a:lnTo>
                    <a:pt x="20787" y="203055"/>
                  </a:lnTo>
                  <a:lnTo>
                    <a:pt x="6285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85" y="174051"/>
                  </a:lnTo>
                  <a:lnTo>
                    <a:pt x="20787" y="174051"/>
                  </a:lnTo>
                  <a:lnTo>
                    <a:pt x="20787" y="154705"/>
                  </a:lnTo>
                  <a:lnTo>
                    <a:pt x="6285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85" y="125702"/>
                  </a:lnTo>
                  <a:lnTo>
                    <a:pt x="20787" y="125702"/>
                  </a:lnTo>
                  <a:lnTo>
                    <a:pt x="20787" y="106364"/>
                  </a:lnTo>
                  <a:lnTo>
                    <a:pt x="6285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85" y="77352"/>
                  </a:lnTo>
                  <a:lnTo>
                    <a:pt x="20787" y="77352"/>
                  </a:lnTo>
                  <a:lnTo>
                    <a:pt x="20787" y="58022"/>
                  </a:lnTo>
                  <a:lnTo>
                    <a:pt x="14501" y="58022"/>
                  </a:lnTo>
                  <a:lnTo>
                    <a:pt x="6766" y="57534"/>
                  </a:lnTo>
                  <a:lnTo>
                    <a:pt x="969" y="51248"/>
                  </a:lnTo>
                  <a:lnTo>
                    <a:pt x="1449" y="43513"/>
                  </a:lnTo>
                  <a:lnTo>
                    <a:pt x="1449" y="35777"/>
                  </a:lnTo>
                  <a:lnTo>
                    <a:pt x="6766" y="29491"/>
                  </a:lnTo>
                  <a:lnTo>
                    <a:pt x="14501" y="29011"/>
                  </a:lnTo>
                  <a:lnTo>
                    <a:pt x="49798" y="29011"/>
                  </a:lnTo>
                  <a:lnTo>
                    <a:pt x="49798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2099" y="1853224"/>
              <a:ext cx="185646" cy="214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304703" y="2473033"/>
            <a:ext cx="1857375" cy="12636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92100" marR="284480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Indirect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</a:t>
            </a:r>
            <a:endParaRPr sz="1800">
              <a:latin typeface="Times New Roman"/>
              <a:cs typeface="Times New Roman"/>
            </a:endParaRPr>
          </a:p>
          <a:p>
            <a:pPr algn="ctr" marL="12065" marR="5080">
              <a:lnSpc>
                <a:spcPts val="1410"/>
              </a:lnSpc>
              <a:spcBef>
                <a:spcPts val="1360"/>
              </a:spcBef>
            </a:pPr>
            <a:r>
              <a:rPr dirty="0" sz="1250">
                <a:latin typeface="Times New Roman"/>
                <a:cs typeface="Times New Roman"/>
              </a:rPr>
              <a:t>Google</a:t>
            </a:r>
            <a:r>
              <a:rPr dirty="0" sz="1250" spc="3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Drive,</a:t>
            </a:r>
            <a:r>
              <a:rPr dirty="0" sz="1250" spc="33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WhatsApp, </a:t>
            </a:r>
            <a:r>
              <a:rPr dirty="0" sz="1250">
                <a:latin typeface="Times New Roman"/>
                <a:cs typeface="Times New Roman"/>
              </a:rPr>
              <a:t>Telegram,</a:t>
            </a:r>
            <a:r>
              <a:rPr dirty="0" sz="1250" spc="44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College </a:t>
            </a:r>
            <a:r>
              <a:rPr dirty="0" sz="1250" spc="45">
                <a:latin typeface="Times New Roman"/>
                <a:cs typeface="Times New Roman"/>
              </a:rPr>
              <a:t>LMS/ERP</a:t>
            </a:r>
            <a:r>
              <a:rPr dirty="0" sz="1250" spc="6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Portals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49567" y="1541215"/>
            <a:ext cx="2165985" cy="3827145"/>
            <a:chOff x="5449567" y="1541215"/>
            <a:chExt cx="2165985" cy="3827145"/>
          </a:xfrm>
        </p:grpSpPr>
        <p:sp>
          <p:nvSpPr>
            <p:cNvPr id="16" name="object 16"/>
            <p:cNvSpPr/>
            <p:nvPr/>
          </p:nvSpPr>
          <p:spPr>
            <a:xfrm>
              <a:off x="5449567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4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25375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59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5007" y="119240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27" y="30988"/>
                  </a:lnTo>
                  <a:lnTo>
                    <a:pt x="525310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57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74219" y="1746046"/>
              <a:ext cx="357505" cy="377825"/>
            </a:xfrm>
            <a:custGeom>
              <a:avLst/>
              <a:gdLst/>
              <a:ahLst/>
              <a:cxnLst/>
              <a:rect l="l" t="t" r="r" b="b"/>
              <a:pathLst>
                <a:path w="357504" h="377825">
                  <a:moveTo>
                    <a:pt x="122923" y="231584"/>
                  </a:moveTo>
                  <a:lnTo>
                    <a:pt x="119583" y="217017"/>
                  </a:lnTo>
                  <a:lnTo>
                    <a:pt x="116967" y="211759"/>
                  </a:lnTo>
                  <a:lnTo>
                    <a:pt x="112890" y="203542"/>
                  </a:lnTo>
                  <a:lnTo>
                    <a:pt x="102844" y="192176"/>
                  </a:lnTo>
                  <a:lnTo>
                    <a:pt x="90525" y="183654"/>
                  </a:lnTo>
                  <a:lnTo>
                    <a:pt x="88226" y="182778"/>
                  </a:lnTo>
                  <a:lnTo>
                    <a:pt x="88226" y="238353"/>
                  </a:lnTo>
                  <a:lnTo>
                    <a:pt x="86118" y="248627"/>
                  </a:lnTo>
                  <a:lnTo>
                    <a:pt x="80378" y="257086"/>
                  </a:lnTo>
                  <a:lnTo>
                    <a:pt x="71907" y="262826"/>
                  </a:lnTo>
                  <a:lnTo>
                    <a:pt x="61633" y="264947"/>
                  </a:lnTo>
                  <a:lnTo>
                    <a:pt x="51371" y="262826"/>
                  </a:lnTo>
                  <a:lnTo>
                    <a:pt x="42913" y="257086"/>
                  </a:lnTo>
                  <a:lnTo>
                    <a:pt x="37172" y="248627"/>
                  </a:lnTo>
                  <a:lnTo>
                    <a:pt x="35052" y="238353"/>
                  </a:lnTo>
                  <a:lnTo>
                    <a:pt x="37172" y="228079"/>
                  </a:lnTo>
                  <a:lnTo>
                    <a:pt x="42913" y="219621"/>
                  </a:lnTo>
                  <a:lnTo>
                    <a:pt x="51371" y="213880"/>
                  </a:lnTo>
                  <a:lnTo>
                    <a:pt x="61633" y="211759"/>
                  </a:lnTo>
                  <a:lnTo>
                    <a:pt x="71907" y="213880"/>
                  </a:lnTo>
                  <a:lnTo>
                    <a:pt x="80378" y="219621"/>
                  </a:lnTo>
                  <a:lnTo>
                    <a:pt x="86118" y="228079"/>
                  </a:lnTo>
                  <a:lnTo>
                    <a:pt x="88226" y="238353"/>
                  </a:lnTo>
                  <a:lnTo>
                    <a:pt x="88226" y="182778"/>
                  </a:lnTo>
                  <a:lnTo>
                    <a:pt x="76581" y="178320"/>
                  </a:lnTo>
                  <a:lnTo>
                    <a:pt x="61633" y="176466"/>
                  </a:lnTo>
                  <a:lnTo>
                    <a:pt x="46697" y="178320"/>
                  </a:lnTo>
                  <a:lnTo>
                    <a:pt x="10401" y="203542"/>
                  </a:lnTo>
                  <a:lnTo>
                    <a:pt x="0" y="231584"/>
                  </a:lnTo>
                  <a:lnTo>
                    <a:pt x="88" y="238353"/>
                  </a:lnTo>
                  <a:lnTo>
                    <a:pt x="32143" y="322961"/>
                  </a:lnTo>
                  <a:lnTo>
                    <a:pt x="56324" y="373722"/>
                  </a:lnTo>
                  <a:lnTo>
                    <a:pt x="61633" y="377583"/>
                  </a:lnTo>
                  <a:lnTo>
                    <a:pt x="65506" y="375653"/>
                  </a:lnTo>
                  <a:lnTo>
                    <a:pt x="91135" y="322961"/>
                  </a:lnTo>
                  <a:lnTo>
                    <a:pt x="117424" y="264947"/>
                  </a:lnTo>
                  <a:lnTo>
                    <a:pt x="122821" y="246507"/>
                  </a:lnTo>
                  <a:lnTo>
                    <a:pt x="122923" y="231584"/>
                  </a:lnTo>
                  <a:close/>
                </a:path>
                <a:path w="357504" h="377825">
                  <a:moveTo>
                    <a:pt x="129324" y="348094"/>
                  </a:moveTo>
                  <a:lnTo>
                    <a:pt x="100317" y="348094"/>
                  </a:lnTo>
                  <a:lnTo>
                    <a:pt x="100317" y="377101"/>
                  </a:lnTo>
                  <a:lnTo>
                    <a:pt x="129324" y="377101"/>
                  </a:lnTo>
                  <a:lnTo>
                    <a:pt x="129324" y="348094"/>
                  </a:lnTo>
                  <a:close/>
                </a:path>
                <a:path w="357504" h="377825">
                  <a:moveTo>
                    <a:pt x="178638" y="376618"/>
                  </a:moveTo>
                  <a:lnTo>
                    <a:pt x="177673" y="347611"/>
                  </a:lnTo>
                  <a:lnTo>
                    <a:pt x="171030" y="347891"/>
                  </a:lnTo>
                  <a:lnTo>
                    <a:pt x="164134" y="348030"/>
                  </a:lnTo>
                  <a:lnTo>
                    <a:pt x="149148" y="348094"/>
                  </a:lnTo>
                  <a:lnTo>
                    <a:pt x="149148" y="377101"/>
                  </a:lnTo>
                  <a:lnTo>
                    <a:pt x="164439" y="377037"/>
                  </a:lnTo>
                  <a:lnTo>
                    <a:pt x="171653" y="376897"/>
                  </a:lnTo>
                  <a:lnTo>
                    <a:pt x="178638" y="376618"/>
                  </a:lnTo>
                  <a:close/>
                </a:path>
                <a:path w="357504" h="377825">
                  <a:moveTo>
                    <a:pt x="191693" y="194830"/>
                  </a:moveTo>
                  <a:lnTo>
                    <a:pt x="173799" y="172123"/>
                  </a:lnTo>
                  <a:lnTo>
                    <a:pt x="166154" y="179057"/>
                  </a:lnTo>
                  <a:lnTo>
                    <a:pt x="160083" y="187350"/>
                  </a:lnTo>
                  <a:lnTo>
                    <a:pt x="155930" y="196735"/>
                  </a:lnTo>
                  <a:lnTo>
                    <a:pt x="153987" y="206933"/>
                  </a:lnTo>
                  <a:lnTo>
                    <a:pt x="182981" y="208864"/>
                  </a:lnTo>
                  <a:lnTo>
                    <a:pt x="182981" y="202095"/>
                  </a:lnTo>
                  <a:lnTo>
                    <a:pt x="191693" y="194830"/>
                  </a:lnTo>
                  <a:close/>
                </a:path>
                <a:path w="357504" h="377825">
                  <a:moveTo>
                    <a:pt x="201841" y="229641"/>
                  </a:moveTo>
                  <a:lnTo>
                    <a:pt x="195554" y="227711"/>
                  </a:lnTo>
                  <a:lnTo>
                    <a:pt x="189268" y="223850"/>
                  </a:lnTo>
                  <a:lnTo>
                    <a:pt x="184924" y="218528"/>
                  </a:lnTo>
                  <a:lnTo>
                    <a:pt x="161226" y="234962"/>
                  </a:lnTo>
                  <a:lnTo>
                    <a:pt x="167551" y="241757"/>
                  </a:lnTo>
                  <a:lnTo>
                    <a:pt x="174764" y="247599"/>
                  </a:lnTo>
                  <a:lnTo>
                    <a:pt x="182714" y="252437"/>
                  </a:lnTo>
                  <a:lnTo>
                    <a:pt x="191211" y="256235"/>
                  </a:lnTo>
                  <a:lnTo>
                    <a:pt x="201841" y="229641"/>
                  </a:lnTo>
                  <a:close/>
                </a:path>
                <a:path w="357504" h="377825">
                  <a:moveTo>
                    <a:pt x="227469" y="373722"/>
                  </a:moveTo>
                  <a:lnTo>
                    <a:pt x="224574" y="344716"/>
                  </a:lnTo>
                  <a:lnTo>
                    <a:pt x="218147" y="345351"/>
                  </a:lnTo>
                  <a:lnTo>
                    <a:pt x="211277" y="345859"/>
                  </a:lnTo>
                  <a:lnTo>
                    <a:pt x="196532" y="346646"/>
                  </a:lnTo>
                  <a:lnTo>
                    <a:pt x="197980" y="375653"/>
                  </a:lnTo>
                  <a:lnTo>
                    <a:pt x="213448" y="374865"/>
                  </a:lnTo>
                  <a:lnTo>
                    <a:pt x="220687" y="374357"/>
                  </a:lnTo>
                  <a:lnTo>
                    <a:pt x="227469" y="373722"/>
                  </a:lnTo>
                  <a:close/>
                </a:path>
                <a:path w="357504" h="377825">
                  <a:moveTo>
                    <a:pt x="230365" y="178892"/>
                  </a:moveTo>
                  <a:lnTo>
                    <a:pt x="223596" y="150837"/>
                  </a:lnTo>
                  <a:lnTo>
                    <a:pt x="215988" y="152844"/>
                  </a:lnTo>
                  <a:lnTo>
                    <a:pt x="208432" y="155194"/>
                  </a:lnTo>
                  <a:lnTo>
                    <a:pt x="200964" y="157911"/>
                  </a:lnTo>
                  <a:lnTo>
                    <a:pt x="193624" y="160997"/>
                  </a:lnTo>
                  <a:lnTo>
                    <a:pt x="205232" y="187591"/>
                  </a:lnTo>
                  <a:lnTo>
                    <a:pt x="211404" y="185140"/>
                  </a:lnTo>
                  <a:lnTo>
                    <a:pt x="217614" y="182880"/>
                  </a:lnTo>
                  <a:lnTo>
                    <a:pt x="223926" y="180784"/>
                  </a:lnTo>
                  <a:lnTo>
                    <a:pt x="230365" y="178892"/>
                  </a:lnTo>
                  <a:close/>
                </a:path>
                <a:path w="357504" h="377825">
                  <a:moveTo>
                    <a:pt x="246316" y="242214"/>
                  </a:moveTo>
                  <a:lnTo>
                    <a:pt x="238582" y="240284"/>
                  </a:lnTo>
                  <a:lnTo>
                    <a:pt x="231813" y="238353"/>
                  </a:lnTo>
                  <a:lnTo>
                    <a:pt x="225044" y="236905"/>
                  </a:lnTo>
                  <a:lnTo>
                    <a:pt x="218757" y="234962"/>
                  </a:lnTo>
                  <a:lnTo>
                    <a:pt x="211023" y="263004"/>
                  </a:lnTo>
                  <a:lnTo>
                    <a:pt x="217792" y="264947"/>
                  </a:lnTo>
                  <a:lnTo>
                    <a:pt x="225044" y="266395"/>
                  </a:lnTo>
                  <a:lnTo>
                    <a:pt x="231813" y="268325"/>
                  </a:lnTo>
                  <a:lnTo>
                    <a:pt x="239547" y="270256"/>
                  </a:lnTo>
                  <a:lnTo>
                    <a:pt x="246316" y="242214"/>
                  </a:lnTo>
                  <a:close/>
                </a:path>
                <a:path w="357504" h="377825">
                  <a:moveTo>
                    <a:pt x="275805" y="172123"/>
                  </a:moveTo>
                  <a:lnTo>
                    <a:pt x="273392" y="143103"/>
                  </a:lnTo>
                  <a:lnTo>
                    <a:pt x="267627" y="143649"/>
                  </a:lnTo>
                  <a:lnTo>
                    <a:pt x="260578" y="144500"/>
                  </a:lnTo>
                  <a:lnTo>
                    <a:pt x="252450" y="145630"/>
                  </a:lnTo>
                  <a:lnTo>
                    <a:pt x="243420" y="146977"/>
                  </a:lnTo>
                  <a:lnTo>
                    <a:pt x="248259" y="175501"/>
                  </a:lnTo>
                  <a:lnTo>
                    <a:pt x="256984" y="174218"/>
                  </a:lnTo>
                  <a:lnTo>
                    <a:pt x="264756" y="173266"/>
                  </a:lnTo>
                  <a:lnTo>
                    <a:pt x="275805" y="172123"/>
                  </a:lnTo>
                  <a:close/>
                </a:path>
                <a:path w="357504" h="377825">
                  <a:moveTo>
                    <a:pt x="277749" y="365506"/>
                  </a:moveTo>
                  <a:lnTo>
                    <a:pt x="270014" y="337464"/>
                  </a:lnTo>
                  <a:lnTo>
                    <a:pt x="263474" y="339102"/>
                  </a:lnTo>
                  <a:lnTo>
                    <a:pt x="256895" y="340487"/>
                  </a:lnTo>
                  <a:lnTo>
                    <a:pt x="250228" y="341668"/>
                  </a:lnTo>
                  <a:lnTo>
                    <a:pt x="243420" y="342773"/>
                  </a:lnTo>
                  <a:lnTo>
                    <a:pt x="247777" y="371297"/>
                  </a:lnTo>
                  <a:lnTo>
                    <a:pt x="255308" y="370116"/>
                  </a:lnTo>
                  <a:lnTo>
                    <a:pt x="262763" y="368769"/>
                  </a:lnTo>
                  <a:lnTo>
                    <a:pt x="270205" y="367220"/>
                  </a:lnTo>
                  <a:lnTo>
                    <a:pt x="277749" y="365506"/>
                  </a:lnTo>
                  <a:close/>
                </a:path>
                <a:path w="357504" h="377825">
                  <a:moveTo>
                    <a:pt x="295630" y="259143"/>
                  </a:moveTo>
                  <a:lnTo>
                    <a:pt x="288582" y="255689"/>
                  </a:lnTo>
                  <a:lnTo>
                    <a:pt x="281254" y="252615"/>
                  </a:lnTo>
                  <a:lnTo>
                    <a:pt x="273748" y="249897"/>
                  </a:lnTo>
                  <a:lnTo>
                    <a:pt x="266141" y="247535"/>
                  </a:lnTo>
                  <a:lnTo>
                    <a:pt x="257924" y="275094"/>
                  </a:lnTo>
                  <a:lnTo>
                    <a:pt x="264083" y="277088"/>
                  </a:lnTo>
                  <a:lnTo>
                    <a:pt x="270192" y="279387"/>
                  </a:lnTo>
                  <a:lnTo>
                    <a:pt x="276212" y="281965"/>
                  </a:lnTo>
                  <a:lnTo>
                    <a:pt x="282092" y="284759"/>
                  </a:lnTo>
                  <a:lnTo>
                    <a:pt x="295630" y="259143"/>
                  </a:lnTo>
                  <a:close/>
                </a:path>
                <a:path w="357504" h="377825">
                  <a:moveTo>
                    <a:pt x="327533" y="334073"/>
                  </a:moveTo>
                  <a:lnTo>
                    <a:pt x="301917" y="320052"/>
                  </a:lnTo>
                  <a:lnTo>
                    <a:pt x="298056" y="325374"/>
                  </a:lnTo>
                  <a:lnTo>
                    <a:pt x="292735" y="329717"/>
                  </a:lnTo>
                  <a:lnTo>
                    <a:pt x="286448" y="331647"/>
                  </a:lnTo>
                  <a:lnTo>
                    <a:pt x="298056" y="358241"/>
                  </a:lnTo>
                  <a:lnTo>
                    <a:pt x="306743" y="353987"/>
                  </a:lnTo>
                  <a:lnTo>
                    <a:pt x="314604" y="348513"/>
                  </a:lnTo>
                  <a:lnTo>
                    <a:pt x="321576" y="341858"/>
                  </a:lnTo>
                  <a:lnTo>
                    <a:pt x="327533" y="334073"/>
                  </a:lnTo>
                  <a:close/>
                </a:path>
                <a:path w="357504" h="377825">
                  <a:moveTo>
                    <a:pt x="330923" y="306997"/>
                  </a:moveTo>
                  <a:lnTo>
                    <a:pt x="329031" y="297497"/>
                  </a:lnTo>
                  <a:lnTo>
                    <a:pt x="325602" y="288632"/>
                  </a:lnTo>
                  <a:lnTo>
                    <a:pt x="320725" y="280479"/>
                  </a:lnTo>
                  <a:lnTo>
                    <a:pt x="314490" y="273164"/>
                  </a:lnTo>
                  <a:lnTo>
                    <a:pt x="294182" y="293471"/>
                  </a:lnTo>
                  <a:lnTo>
                    <a:pt x="298538" y="297815"/>
                  </a:lnTo>
                  <a:lnTo>
                    <a:pt x="301434" y="304101"/>
                  </a:lnTo>
                  <a:lnTo>
                    <a:pt x="302399" y="310388"/>
                  </a:lnTo>
                  <a:lnTo>
                    <a:pt x="330923" y="306997"/>
                  </a:lnTo>
                  <a:close/>
                </a:path>
                <a:path w="357504" h="377825">
                  <a:moveTo>
                    <a:pt x="357098" y="44246"/>
                  </a:moveTo>
                  <a:lnTo>
                    <a:pt x="331406" y="5803"/>
                  </a:lnTo>
                  <a:lnTo>
                    <a:pt x="329476" y="5067"/>
                  </a:lnTo>
                  <a:lnTo>
                    <a:pt x="329476" y="50279"/>
                  </a:lnTo>
                  <a:lnTo>
                    <a:pt x="327787" y="58508"/>
                  </a:lnTo>
                  <a:lnTo>
                    <a:pt x="323189" y="65278"/>
                  </a:lnTo>
                  <a:lnTo>
                    <a:pt x="316420" y="69862"/>
                  </a:lnTo>
                  <a:lnTo>
                    <a:pt x="308203" y="71564"/>
                  </a:lnTo>
                  <a:lnTo>
                    <a:pt x="299986" y="69862"/>
                  </a:lnTo>
                  <a:lnTo>
                    <a:pt x="293217" y="65278"/>
                  </a:lnTo>
                  <a:lnTo>
                    <a:pt x="288620" y="58508"/>
                  </a:lnTo>
                  <a:lnTo>
                    <a:pt x="286931" y="50279"/>
                  </a:lnTo>
                  <a:lnTo>
                    <a:pt x="288620" y="42062"/>
                  </a:lnTo>
                  <a:lnTo>
                    <a:pt x="293217" y="35306"/>
                  </a:lnTo>
                  <a:lnTo>
                    <a:pt x="299986" y="30708"/>
                  </a:lnTo>
                  <a:lnTo>
                    <a:pt x="308203" y="29019"/>
                  </a:lnTo>
                  <a:lnTo>
                    <a:pt x="316420" y="30708"/>
                  </a:lnTo>
                  <a:lnTo>
                    <a:pt x="323189" y="35306"/>
                  </a:lnTo>
                  <a:lnTo>
                    <a:pt x="327787" y="42062"/>
                  </a:lnTo>
                  <a:lnTo>
                    <a:pt x="329476" y="50279"/>
                  </a:lnTo>
                  <a:lnTo>
                    <a:pt x="329476" y="5067"/>
                  </a:lnTo>
                  <a:lnTo>
                    <a:pt x="320255" y="1498"/>
                  </a:lnTo>
                  <a:lnTo>
                    <a:pt x="308203" y="0"/>
                  </a:lnTo>
                  <a:lnTo>
                    <a:pt x="296138" y="1498"/>
                  </a:lnTo>
                  <a:lnTo>
                    <a:pt x="261581" y="32550"/>
                  </a:lnTo>
                  <a:lnTo>
                    <a:pt x="258826" y="44246"/>
                  </a:lnTo>
                  <a:lnTo>
                    <a:pt x="258889" y="56299"/>
                  </a:lnTo>
                  <a:lnTo>
                    <a:pt x="284518" y="117970"/>
                  </a:lnTo>
                  <a:lnTo>
                    <a:pt x="303847" y="159067"/>
                  </a:lnTo>
                  <a:lnTo>
                    <a:pt x="308203" y="162445"/>
                  </a:lnTo>
                  <a:lnTo>
                    <a:pt x="310134" y="160997"/>
                  </a:lnTo>
                  <a:lnTo>
                    <a:pt x="311111" y="160515"/>
                  </a:lnTo>
                  <a:lnTo>
                    <a:pt x="331419" y="117970"/>
                  </a:lnTo>
                  <a:lnTo>
                    <a:pt x="352590" y="71564"/>
                  </a:lnTo>
                  <a:lnTo>
                    <a:pt x="357035" y="56299"/>
                  </a:lnTo>
                  <a:lnTo>
                    <a:pt x="357098" y="442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718161" y="2473033"/>
            <a:ext cx="1623060" cy="133667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74625" marR="167005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 Globally</a:t>
            </a:r>
            <a:endParaRPr sz="1800">
              <a:latin typeface="Times New Roman"/>
              <a:cs typeface="Times New Roman"/>
            </a:endParaRPr>
          </a:p>
          <a:p>
            <a:pPr algn="ctr" marL="12065" marR="5080">
              <a:lnSpc>
                <a:spcPts val="1410"/>
              </a:lnSpc>
              <a:spcBef>
                <a:spcPts val="1355"/>
              </a:spcBef>
            </a:pPr>
            <a:r>
              <a:rPr dirty="0" sz="1250" spc="45">
                <a:latin typeface="Times New Roman"/>
                <a:cs typeface="Times New Roman"/>
              </a:rPr>
              <a:t>Studocu,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Course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Hero, </a:t>
            </a:r>
            <a:r>
              <a:rPr dirty="0" sz="1250" spc="10">
                <a:latin typeface="Times New Roman"/>
                <a:cs typeface="Times New Roman"/>
              </a:rPr>
              <a:t>OneClass,</a:t>
            </a:r>
            <a:r>
              <a:rPr dirty="0" sz="1250" spc="43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Docsity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45724" y="1541215"/>
            <a:ext cx="2165985" cy="3827145"/>
            <a:chOff x="7745724" y="1541215"/>
            <a:chExt cx="2165985" cy="3827145"/>
          </a:xfrm>
        </p:grpSpPr>
        <p:sp>
          <p:nvSpPr>
            <p:cNvPr id="21" name="object 21"/>
            <p:cNvSpPr/>
            <p:nvPr/>
          </p:nvSpPr>
          <p:spPr>
            <a:xfrm>
              <a:off x="7745724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4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21535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40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68421" y="1788027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30">
                  <a:moveTo>
                    <a:pt x="320566" y="328757"/>
                  </a:moveTo>
                  <a:lnTo>
                    <a:pt x="20844" y="328757"/>
                  </a:lnTo>
                  <a:lnTo>
                    <a:pt x="20844" y="299746"/>
                  </a:lnTo>
                  <a:lnTo>
                    <a:pt x="291498" y="299746"/>
                  </a:lnTo>
                  <a:lnTo>
                    <a:pt x="291498" y="29011"/>
                  </a:lnTo>
                  <a:lnTo>
                    <a:pt x="20844" y="29011"/>
                  </a:lnTo>
                  <a:lnTo>
                    <a:pt x="20844" y="0"/>
                  </a:lnTo>
                  <a:lnTo>
                    <a:pt x="320566" y="0"/>
                  </a:lnTo>
                  <a:lnTo>
                    <a:pt x="320566" y="328757"/>
                  </a:lnTo>
                  <a:close/>
                </a:path>
                <a:path w="320675" h="328930">
                  <a:moveTo>
                    <a:pt x="49831" y="299746"/>
                  </a:moveTo>
                  <a:lnTo>
                    <a:pt x="6269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69" y="270734"/>
                  </a:lnTo>
                  <a:lnTo>
                    <a:pt x="20844" y="270734"/>
                  </a:lnTo>
                  <a:lnTo>
                    <a:pt x="20844" y="251404"/>
                  </a:lnTo>
                  <a:lnTo>
                    <a:pt x="6269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69" y="222393"/>
                  </a:lnTo>
                  <a:lnTo>
                    <a:pt x="20844" y="222393"/>
                  </a:lnTo>
                  <a:lnTo>
                    <a:pt x="20844" y="203055"/>
                  </a:lnTo>
                  <a:lnTo>
                    <a:pt x="6269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69" y="174051"/>
                  </a:lnTo>
                  <a:lnTo>
                    <a:pt x="20844" y="174051"/>
                  </a:lnTo>
                  <a:lnTo>
                    <a:pt x="20844" y="154705"/>
                  </a:lnTo>
                  <a:lnTo>
                    <a:pt x="6269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69" y="125702"/>
                  </a:lnTo>
                  <a:lnTo>
                    <a:pt x="20844" y="125702"/>
                  </a:lnTo>
                  <a:lnTo>
                    <a:pt x="20844" y="106364"/>
                  </a:lnTo>
                  <a:lnTo>
                    <a:pt x="6269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69" y="77352"/>
                  </a:lnTo>
                  <a:lnTo>
                    <a:pt x="20844" y="77352"/>
                  </a:lnTo>
                  <a:lnTo>
                    <a:pt x="20844" y="58022"/>
                  </a:lnTo>
                  <a:lnTo>
                    <a:pt x="14493" y="58022"/>
                  </a:lnTo>
                  <a:lnTo>
                    <a:pt x="6758" y="57534"/>
                  </a:lnTo>
                  <a:lnTo>
                    <a:pt x="977" y="51248"/>
                  </a:lnTo>
                  <a:lnTo>
                    <a:pt x="1466" y="43513"/>
                  </a:lnTo>
                  <a:lnTo>
                    <a:pt x="1466" y="35777"/>
                  </a:lnTo>
                  <a:lnTo>
                    <a:pt x="6758" y="29491"/>
                  </a:lnTo>
                  <a:lnTo>
                    <a:pt x="14493" y="29011"/>
                  </a:lnTo>
                  <a:lnTo>
                    <a:pt x="49831" y="29011"/>
                  </a:lnTo>
                  <a:lnTo>
                    <a:pt x="49831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6262" y="1845081"/>
              <a:ext cx="185647" cy="2146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880987" y="2473033"/>
            <a:ext cx="1889760" cy="15157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307975" marR="300355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Indirect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 Globally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455"/>
              </a:lnSpc>
              <a:spcBef>
                <a:spcPts val="1235"/>
              </a:spcBef>
            </a:pPr>
            <a:r>
              <a:rPr dirty="0" sz="1250">
                <a:latin typeface="Times New Roman"/>
                <a:cs typeface="Times New Roman"/>
              </a:rPr>
              <a:t>Khan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Academy,</a:t>
            </a:r>
            <a:r>
              <a:rPr dirty="0" sz="1250" spc="36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Coursera</a:t>
            </a:r>
            <a:endParaRPr sz="1250">
              <a:latin typeface="Times New Roman"/>
              <a:cs typeface="Times New Roman"/>
            </a:endParaRPr>
          </a:p>
          <a:p>
            <a:pPr algn="ctr" marL="12700" marR="5080">
              <a:lnSpc>
                <a:spcPts val="1410"/>
              </a:lnSpc>
              <a:spcBef>
                <a:spcPts val="75"/>
              </a:spcBef>
            </a:pPr>
            <a:r>
              <a:rPr dirty="0" sz="1250">
                <a:latin typeface="Times New Roman"/>
                <a:cs typeface="Times New Roman"/>
              </a:rPr>
              <a:t>,Udemy,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YouTube,</a:t>
            </a:r>
            <a:r>
              <a:rPr dirty="0" sz="1250" spc="34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Google Classroom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3997" y="608424"/>
            <a:ext cx="2256155" cy="416559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550"/>
              <a:t>Macro</a:t>
            </a:r>
            <a:r>
              <a:rPr dirty="0" sz="2550" spc="65"/>
              <a:t> </a:t>
            </a:r>
            <a:r>
              <a:rPr dirty="0" sz="2550" spc="-10"/>
              <a:t>Analysis</a:t>
            </a:r>
            <a:endParaRPr sz="2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4275" y="1357525"/>
            <a:ext cx="169672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Favourable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Trends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2625" y="1740704"/>
          <a:ext cx="9655810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370"/>
                <a:gridCol w="7364730"/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9525">
                      <a:solidFill>
                        <a:srgbClr val="F16629"/>
                      </a:solidFill>
                      <a:prstDash val="solid"/>
                    </a:lnR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10">
                          <a:latin typeface="Times New Roman"/>
                          <a:cs typeface="Times New Roman"/>
                        </a:rPr>
                        <a:t>Growing</a:t>
                      </a:r>
                      <a:r>
                        <a:rPr dirty="0" sz="100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adoption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100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increases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demand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online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0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resources.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AI-powered</a:t>
                      </a:r>
                      <a:r>
                        <a:rPr dirty="0" sz="10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enables</a:t>
                      </a:r>
                      <a:r>
                        <a:rPr dirty="0" sz="10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discovery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0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materials.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4275" y="2937150"/>
            <a:ext cx="190373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Unfavourable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Trends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2625" y="3320329"/>
          <a:ext cx="9655810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370"/>
                <a:gridCol w="7364730"/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9525">
                      <a:solidFill>
                        <a:srgbClr val="F16629"/>
                      </a:solidFill>
                      <a:prstDash val="solid"/>
                    </a:lnR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1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dirty="0" sz="10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00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demand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dedicated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platforms.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Other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20">
                          <a:latin typeface="Times New Roman"/>
                          <a:cs typeface="Times New Roman"/>
                        </a:rPr>
                        <a:t>Growing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competition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EdTech</a:t>
                      </a:r>
                      <a:r>
                        <a:rPr dirty="0" sz="10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acquisition</a:t>
                      </a:r>
                      <a:r>
                        <a:rPr dirty="0" sz="100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00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difficult.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96696" y="4423624"/>
            <a:ext cx="9575800" cy="11074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</a:pP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Data</a:t>
            </a:r>
            <a:r>
              <a:rPr dirty="0" sz="1250" spc="27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F16629"/>
                </a:solidFill>
                <a:latin typeface="Times New Roman"/>
                <a:cs typeface="Times New Roman"/>
              </a:rPr>
              <a:t>Sources:</a:t>
            </a:r>
            <a:endParaRPr sz="125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  <a:spcBef>
                <a:spcPts val="930"/>
              </a:spcBef>
            </a:pPr>
            <a:r>
              <a:rPr dirty="0" sz="1000" spc="20">
                <a:latin typeface="Times New Roman"/>
                <a:cs typeface="Times New Roman"/>
              </a:rPr>
              <a:t>AISHE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(Ministry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of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Education),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UNESCO</a:t>
            </a:r>
            <a:r>
              <a:rPr dirty="0" sz="1000" spc="240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GEM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Report,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UGC,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Statista,</a:t>
            </a:r>
            <a:r>
              <a:rPr dirty="0" sz="1000" spc="210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World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Economic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Forum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696" y="1182949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6696" y="1964620"/>
          <a:ext cx="9652000" cy="152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6975"/>
                <a:gridCol w="2740025"/>
                <a:gridCol w="972185"/>
                <a:gridCol w="1009014"/>
                <a:gridCol w="2388234"/>
              </a:tblGrid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73228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03378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Revenues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11334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360000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630000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6096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1108800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250" spc="1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10" b="1">
                          <a:latin typeface="Arial"/>
                          <a:cs typeface="Arial"/>
                        </a:rPr>
                        <a:t>Expenses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11334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616000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665300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833168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Profit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11334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50" spc="-10">
                          <a:latin typeface="Arial"/>
                          <a:cs typeface="Arial"/>
                        </a:rPr>
                        <a:t>256000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746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50" spc="-10">
                          <a:latin typeface="Arial"/>
                          <a:cs typeface="Arial"/>
                        </a:rPr>
                        <a:t>35300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275632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3997" y="583996"/>
            <a:ext cx="7242809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Arial"/>
                <a:cs typeface="Arial"/>
              </a:rPr>
              <a:t>Back-of-the-Envelope</a:t>
            </a:r>
            <a:r>
              <a:rPr dirty="0" spc="26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Financial</a:t>
            </a:r>
            <a:r>
              <a:rPr dirty="0" spc="27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Projections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12981"/>
            <a:ext cx="814240" cy="4234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3997" y="1276101"/>
            <a:ext cx="3127375" cy="53022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250" b="1">
                <a:latin typeface="Arial"/>
                <a:cs typeface="Arial"/>
              </a:rPr>
              <a:t>Currency:</a:t>
            </a:r>
            <a:r>
              <a:rPr dirty="0" sz="1250" spc="300" b="1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Indian</a:t>
            </a:r>
            <a:r>
              <a:rPr dirty="0" sz="1250" spc="30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Rupee</a:t>
            </a:r>
            <a:r>
              <a:rPr dirty="0" sz="1250" spc="305">
                <a:latin typeface="Arial"/>
                <a:cs typeface="Arial"/>
              </a:rPr>
              <a:t> </a:t>
            </a:r>
            <a:r>
              <a:rPr dirty="0" sz="1250" spc="-20">
                <a:latin typeface="Arial"/>
                <a:cs typeface="Arial"/>
              </a:rPr>
              <a:t>(INR)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250" b="1">
                <a:latin typeface="Arial"/>
                <a:cs typeface="Arial"/>
              </a:rPr>
              <a:t>Chosen</a:t>
            </a:r>
            <a:r>
              <a:rPr dirty="0" sz="1250" spc="31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Business</a:t>
            </a:r>
            <a:r>
              <a:rPr dirty="0" sz="1250" spc="31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Model:</a:t>
            </a:r>
            <a:r>
              <a:rPr dirty="0" sz="1250" spc="320" b="1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Subscriptions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981" y="1134095"/>
            <a:ext cx="9543415" cy="16510"/>
          </a:xfrm>
          <a:custGeom>
            <a:avLst/>
            <a:gdLst/>
            <a:ahLst/>
            <a:cxnLst/>
            <a:rect l="l" t="t" r="r" b="b"/>
            <a:pathLst>
              <a:path w="9543415" h="16509">
                <a:moveTo>
                  <a:pt x="9542892" y="16284"/>
                </a:moveTo>
                <a:lnTo>
                  <a:pt x="0" y="16284"/>
                </a:lnTo>
                <a:lnTo>
                  <a:pt x="0" y="0"/>
                </a:lnTo>
                <a:lnTo>
                  <a:pt x="9542892" y="0"/>
                </a:lnTo>
                <a:lnTo>
                  <a:pt x="954289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Prototype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981" y="1476076"/>
            <a:ext cx="5960745" cy="97726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1910" rIns="0" bIns="0" rtlCol="0" vert="horz">
            <a:spAutoFit/>
          </a:bodyPr>
          <a:lstStyle/>
          <a:p>
            <a:pPr marL="260350">
              <a:lnSpc>
                <a:spcPts val="1639"/>
              </a:lnSpc>
              <a:spcBef>
                <a:spcPts val="330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Prototype</a:t>
            </a:r>
            <a:r>
              <a:rPr dirty="0" sz="1400" spc="409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Format</a:t>
            </a:r>
            <a:endParaRPr sz="1400">
              <a:latin typeface="Times New Roman"/>
              <a:cs typeface="Times New Roman"/>
            </a:endParaRPr>
          </a:p>
          <a:p>
            <a:pPr marL="260350" marR="1204595">
              <a:lnSpc>
                <a:spcPts val="122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Digital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functional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prototype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—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working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web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app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(Python/FastAPI</a:t>
            </a:r>
            <a:r>
              <a:rPr dirty="0" sz="1150" spc="16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+ </a:t>
            </a:r>
            <a:r>
              <a:rPr dirty="0" sz="1150" spc="-10">
                <a:latin typeface="Times New Roman"/>
                <a:cs typeface="Times New Roman"/>
              </a:rPr>
              <a:t>HTML/Bootstrap)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981" y="2616012"/>
            <a:ext cx="5960745" cy="13030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1910" rIns="0" bIns="0" rtlCol="0" vert="horz">
            <a:spAutoFit/>
          </a:bodyPr>
          <a:lstStyle/>
          <a:p>
            <a:pPr marL="260350">
              <a:lnSpc>
                <a:spcPts val="1639"/>
              </a:lnSpc>
              <a:spcBef>
                <a:spcPts val="330"/>
              </a:spcBef>
            </a:pP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Functionality</a:t>
            </a:r>
            <a:r>
              <a:rPr dirty="0" sz="1400" spc="27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included</a:t>
            </a:r>
            <a:r>
              <a:rPr dirty="0" sz="1400" spc="27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in</a:t>
            </a:r>
            <a:r>
              <a:rPr dirty="0" sz="1400" spc="27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the</a:t>
            </a:r>
            <a:r>
              <a:rPr dirty="0" sz="1400" spc="27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Prototype</a:t>
            </a:r>
            <a:endParaRPr sz="1400">
              <a:latin typeface="Times New Roman"/>
              <a:cs typeface="Times New Roman"/>
            </a:endParaRPr>
          </a:p>
          <a:p>
            <a:pPr marL="260350" marR="302260">
              <a:lnSpc>
                <a:spcPct val="90600"/>
              </a:lnSpc>
              <a:spcBef>
                <a:spcPts val="85"/>
              </a:spcBef>
            </a:pPr>
            <a:r>
              <a:rPr dirty="0" sz="1150" spc="10">
                <a:latin typeface="Times New Roman"/>
                <a:cs typeface="Times New Roman"/>
              </a:rPr>
              <a:t>Signup/login,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course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selection,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personalized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dashboard,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resource</a:t>
            </a:r>
            <a:r>
              <a:rPr dirty="0" sz="1150" spc="3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upload, </a:t>
            </a:r>
            <a:r>
              <a:rPr dirty="0" sz="1150" spc="10">
                <a:latin typeface="Times New Roman"/>
                <a:cs typeface="Times New Roman"/>
              </a:rPr>
              <a:t>search/filters,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verified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badges,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bookmarking,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and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downloads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—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the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full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discover-</a:t>
            </a:r>
            <a:r>
              <a:rPr dirty="0" sz="1150" spc="-25">
                <a:latin typeface="Times New Roman"/>
                <a:cs typeface="Times New Roman"/>
              </a:rPr>
              <a:t>to-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flow.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981" y="4081644"/>
            <a:ext cx="5960745" cy="13030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1910" rIns="0" bIns="0" rtlCol="0" vert="horz">
            <a:spAutoFit/>
          </a:bodyPr>
          <a:lstStyle/>
          <a:p>
            <a:pPr marL="260350">
              <a:lnSpc>
                <a:spcPts val="1639"/>
              </a:lnSpc>
              <a:spcBef>
                <a:spcPts val="330"/>
              </a:spcBef>
            </a:pP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Functionality</a:t>
            </a:r>
            <a:r>
              <a:rPr dirty="0" sz="1400" spc="24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NOT</a:t>
            </a:r>
            <a:r>
              <a:rPr dirty="0" sz="1400" spc="21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included</a:t>
            </a:r>
            <a:r>
              <a:rPr dirty="0" sz="1400" spc="25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in</a:t>
            </a:r>
            <a:r>
              <a:rPr dirty="0" sz="1400" spc="25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10" b="1">
                <a:solidFill>
                  <a:srgbClr val="F16629"/>
                </a:solidFill>
                <a:latin typeface="Times New Roman"/>
                <a:cs typeface="Times New Roman"/>
              </a:rPr>
              <a:t>the</a:t>
            </a:r>
            <a:r>
              <a:rPr dirty="0" sz="1400" spc="25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Prototype</a:t>
            </a:r>
            <a:endParaRPr sz="1400">
              <a:latin typeface="Times New Roman"/>
              <a:cs typeface="Times New Roman"/>
            </a:endParaRPr>
          </a:p>
          <a:p>
            <a:pPr marL="260350" marR="312420">
              <a:lnSpc>
                <a:spcPts val="1220"/>
              </a:lnSpc>
              <a:spcBef>
                <a:spcPts val="130"/>
              </a:spcBef>
            </a:pPr>
            <a:r>
              <a:rPr dirty="0" sz="1150" spc="20">
                <a:latin typeface="Times New Roman"/>
                <a:cs typeface="Times New Roman"/>
              </a:rPr>
              <a:t>AI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summaries,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full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moderator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workflow,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reporting/flagging,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semantic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search,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admin </a:t>
            </a:r>
            <a:r>
              <a:rPr dirty="0" sz="1150" spc="10">
                <a:latin typeface="Times New Roman"/>
                <a:cs typeface="Times New Roman"/>
              </a:rPr>
              <a:t>panel,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notifications,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cloud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storage,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and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payment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features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3218" y="1313228"/>
            <a:ext cx="3582655" cy="20355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3218" y="3511675"/>
            <a:ext cx="3582655" cy="20355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6628" y="1736632"/>
            <a:ext cx="2035810" cy="16287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 marL="316230" marR="316865">
              <a:lnSpc>
                <a:spcPts val="1670"/>
              </a:lnSpc>
            </a:pPr>
            <a:r>
              <a:rPr dirty="0" sz="1500" spc="70" b="1">
                <a:solidFill>
                  <a:srgbClr val="F16629"/>
                </a:solidFill>
                <a:latin typeface="Times New Roman"/>
                <a:cs typeface="Times New Roman"/>
              </a:rPr>
              <a:t>Revenue</a:t>
            </a:r>
            <a:r>
              <a:rPr dirty="0" sz="1500" spc="13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55" b="1">
                <a:solidFill>
                  <a:srgbClr val="F16629"/>
                </a:solidFill>
                <a:latin typeface="Times New Roman"/>
                <a:cs typeface="Times New Roman"/>
              </a:rPr>
              <a:t>Model </a:t>
            </a:r>
            <a:r>
              <a:rPr dirty="0" sz="1500" spc="60" b="1">
                <a:solidFill>
                  <a:srgbClr val="F16629"/>
                </a:solidFill>
                <a:latin typeface="Times New Roman"/>
                <a:cs typeface="Times New Roman"/>
              </a:rPr>
              <a:t>(Primary)</a:t>
            </a:r>
            <a:endParaRPr sz="1500">
              <a:latin typeface="Times New Roman"/>
              <a:cs typeface="Times New Roman"/>
            </a:endParaRPr>
          </a:p>
          <a:p>
            <a:pPr algn="ctr" marR="635">
              <a:lnSpc>
                <a:spcPct val="100000"/>
              </a:lnSpc>
              <a:spcBef>
                <a:spcPts val="1035"/>
              </a:spcBef>
            </a:pPr>
            <a:r>
              <a:rPr dirty="0" sz="1000" spc="60">
                <a:latin typeface="Times New Roman"/>
                <a:cs typeface="Times New Roman"/>
              </a:rPr>
              <a:t>Freemium</a:t>
            </a:r>
            <a:r>
              <a:rPr dirty="0" sz="1000" spc="145">
                <a:latin typeface="Times New Roman"/>
                <a:cs typeface="Times New Roman"/>
              </a:rPr>
              <a:t> </a:t>
            </a:r>
            <a:r>
              <a:rPr dirty="0" sz="1000" spc="35">
                <a:latin typeface="Times New Roman"/>
                <a:cs typeface="Times New Roman"/>
              </a:rPr>
              <a:t>Model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6628" y="3975792"/>
            <a:ext cx="2035810" cy="16287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 marL="315595" marR="316865">
              <a:lnSpc>
                <a:spcPts val="1670"/>
              </a:lnSpc>
            </a:pPr>
            <a:r>
              <a:rPr dirty="0" sz="1500" spc="70" b="1">
                <a:solidFill>
                  <a:srgbClr val="F16629"/>
                </a:solidFill>
                <a:latin typeface="Times New Roman"/>
                <a:cs typeface="Times New Roman"/>
              </a:rPr>
              <a:t>Revenue</a:t>
            </a:r>
            <a:r>
              <a:rPr dirty="0" sz="1500" spc="13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55" b="1">
                <a:solidFill>
                  <a:srgbClr val="F16629"/>
                </a:solidFill>
                <a:latin typeface="Times New Roman"/>
                <a:cs typeface="Times New Roman"/>
              </a:rPr>
              <a:t>Model </a:t>
            </a:r>
            <a:r>
              <a:rPr dirty="0" sz="1500" spc="60" b="1">
                <a:solidFill>
                  <a:srgbClr val="F16629"/>
                </a:solidFill>
                <a:latin typeface="Times New Roman"/>
                <a:cs typeface="Times New Roman"/>
              </a:rPr>
              <a:t>(Secondary)</a:t>
            </a:r>
            <a:endParaRPr sz="1500">
              <a:latin typeface="Times New Roman"/>
              <a:cs typeface="Times New Roman"/>
            </a:endParaRPr>
          </a:p>
          <a:p>
            <a:pPr algn="ctr" marR="635">
              <a:lnSpc>
                <a:spcPct val="100000"/>
              </a:lnSpc>
              <a:spcBef>
                <a:spcPts val="1035"/>
              </a:spcBef>
            </a:pPr>
            <a:r>
              <a:rPr dirty="0" sz="1000" spc="50">
                <a:latin typeface="Times New Roman"/>
                <a:cs typeface="Times New Roman"/>
              </a:rPr>
              <a:t>Data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 spc="60">
                <a:latin typeface="Times New Roman"/>
                <a:cs typeface="Times New Roman"/>
              </a:rPr>
              <a:t>Monetization</a:t>
            </a:r>
            <a:r>
              <a:rPr dirty="0" sz="1000" spc="160">
                <a:latin typeface="Times New Roman"/>
                <a:cs typeface="Times New Roman"/>
              </a:rPr>
              <a:t> </a:t>
            </a:r>
            <a:r>
              <a:rPr dirty="0" sz="1000" spc="35">
                <a:latin typeface="Times New Roman"/>
                <a:cs typeface="Times New Roman"/>
              </a:rPr>
              <a:t>model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Revenue</a:t>
            </a:r>
            <a:r>
              <a:rPr dirty="0" spc="280">
                <a:solidFill>
                  <a:srgbClr val="BF0000"/>
                </a:solidFill>
              </a:rPr>
              <a:t> </a:t>
            </a:r>
            <a:r>
              <a:rPr dirty="0">
                <a:solidFill>
                  <a:srgbClr val="BF0000"/>
                </a:solidFill>
              </a:rPr>
              <a:t>Models</a:t>
            </a:r>
            <a:r>
              <a:rPr dirty="0" spc="280">
                <a:solidFill>
                  <a:srgbClr val="BF0000"/>
                </a:solidFill>
              </a:rPr>
              <a:t> </a:t>
            </a:r>
            <a:r>
              <a:rPr dirty="0">
                <a:solidFill>
                  <a:srgbClr val="BF0000"/>
                </a:solidFill>
              </a:rPr>
              <a:t>/</a:t>
            </a:r>
            <a:r>
              <a:rPr dirty="0" spc="280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Pricing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981" y="1134095"/>
            <a:ext cx="9543415" cy="16510"/>
          </a:xfrm>
          <a:custGeom>
            <a:avLst/>
            <a:gdLst/>
            <a:ahLst/>
            <a:cxnLst/>
            <a:rect l="l" t="t" r="r" b="b"/>
            <a:pathLst>
              <a:path w="9543415" h="16509">
                <a:moveTo>
                  <a:pt x="9542892" y="16284"/>
                </a:moveTo>
                <a:lnTo>
                  <a:pt x="0" y="16284"/>
                </a:lnTo>
                <a:lnTo>
                  <a:pt x="0" y="0"/>
                </a:lnTo>
                <a:lnTo>
                  <a:pt x="9542892" y="0"/>
                </a:lnTo>
                <a:lnTo>
                  <a:pt x="954289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0281" y="616566"/>
            <a:ext cx="1992630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Lean</a:t>
            </a:r>
            <a:r>
              <a:rPr dirty="0" spc="145"/>
              <a:t> </a:t>
            </a:r>
            <a:r>
              <a:rPr dirty="0" spc="-10"/>
              <a:t>Canvas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36316" y="1705666"/>
            <a:ext cx="264795" cy="224790"/>
          </a:xfrm>
          <a:custGeom>
            <a:avLst/>
            <a:gdLst/>
            <a:ahLst/>
            <a:cxnLst/>
            <a:rect l="l" t="t" r="r" b="b"/>
            <a:pathLst>
              <a:path w="264794" h="224789">
                <a:moveTo>
                  <a:pt x="234541" y="224689"/>
                </a:moveTo>
                <a:lnTo>
                  <a:pt x="30196" y="224689"/>
                </a:lnTo>
                <a:lnTo>
                  <a:pt x="21915" y="223546"/>
                </a:lnTo>
                <a:lnTo>
                  <a:pt x="0" y="192416"/>
                </a:lnTo>
                <a:lnTo>
                  <a:pt x="1728" y="184467"/>
                </a:lnTo>
                <a:lnTo>
                  <a:pt x="5643" y="177154"/>
                </a:lnTo>
                <a:lnTo>
                  <a:pt x="23973" y="148172"/>
                </a:lnTo>
                <a:lnTo>
                  <a:pt x="90388" y="40173"/>
                </a:lnTo>
                <a:lnTo>
                  <a:pt x="112689" y="7199"/>
                </a:lnTo>
                <a:lnTo>
                  <a:pt x="132365" y="0"/>
                </a:lnTo>
                <a:lnTo>
                  <a:pt x="139506" y="845"/>
                </a:lnTo>
                <a:lnTo>
                  <a:pt x="146156" y="3291"/>
                </a:lnTo>
                <a:lnTo>
                  <a:pt x="152048" y="7199"/>
                </a:lnTo>
                <a:lnTo>
                  <a:pt x="156917" y="12433"/>
                </a:lnTo>
                <a:lnTo>
                  <a:pt x="178284" y="46834"/>
                </a:lnTo>
                <a:lnTo>
                  <a:pt x="127150" y="46834"/>
                </a:lnTo>
                <a:lnTo>
                  <a:pt x="122905" y="51028"/>
                </a:lnTo>
                <a:lnTo>
                  <a:pt x="122905" y="155023"/>
                </a:lnTo>
                <a:lnTo>
                  <a:pt x="127150" y="159216"/>
                </a:lnTo>
                <a:lnTo>
                  <a:pt x="247894" y="159216"/>
                </a:lnTo>
                <a:lnTo>
                  <a:pt x="253746" y="168588"/>
                </a:lnTo>
                <a:lnTo>
                  <a:pt x="127150" y="168588"/>
                </a:lnTo>
                <a:lnTo>
                  <a:pt x="122905" y="172781"/>
                </a:lnTo>
                <a:lnTo>
                  <a:pt x="122905" y="183122"/>
                </a:lnTo>
                <a:lnTo>
                  <a:pt x="127150" y="187315"/>
                </a:lnTo>
                <a:lnTo>
                  <a:pt x="263629" y="187315"/>
                </a:lnTo>
                <a:lnTo>
                  <a:pt x="264738" y="192416"/>
                </a:lnTo>
                <a:lnTo>
                  <a:pt x="242822" y="223546"/>
                </a:lnTo>
                <a:lnTo>
                  <a:pt x="234541" y="224689"/>
                </a:lnTo>
                <a:close/>
              </a:path>
              <a:path w="264794" h="224789">
                <a:moveTo>
                  <a:pt x="247894" y="159216"/>
                </a:moveTo>
                <a:lnTo>
                  <a:pt x="137588" y="159216"/>
                </a:lnTo>
                <a:lnTo>
                  <a:pt x="141832" y="155023"/>
                </a:lnTo>
                <a:lnTo>
                  <a:pt x="141832" y="51028"/>
                </a:lnTo>
                <a:lnTo>
                  <a:pt x="137588" y="46834"/>
                </a:lnTo>
                <a:lnTo>
                  <a:pt x="178284" y="46834"/>
                </a:lnTo>
                <a:lnTo>
                  <a:pt x="242394" y="150408"/>
                </a:lnTo>
                <a:lnTo>
                  <a:pt x="247894" y="159216"/>
                </a:lnTo>
                <a:close/>
              </a:path>
              <a:path w="264794" h="224789">
                <a:moveTo>
                  <a:pt x="263629" y="187315"/>
                </a:moveTo>
                <a:lnTo>
                  <a:pt x="137588" y="187315"/>
                </a:lnTo>
                <a:lnTo>
                  <a:pt x="141832" y="183122"/>
                </a:lnTo>
                <a:lnTo>
                  <a:pt x="141832" y="172781"/>
                </a:lnTo>
                <a:lnTo>
                  <a:pt x="137588" y="168588"/>
                </a:lnTo>
                <a:lnTo>
                  <a:pt x="253746" y="168588"/>
                </a:lnTo>
                <a:lnTo>
                  <a:pt x="259094" y="177154"/>
                </a:lnTo>
                <a:lnTo>
                  <a:pt x="263009" y="184467"/>
                </a:lnTo>
                <a:lnTo>
                  <a:pt x="263629" y="187315"/>
                </a:lnTo>
                <a:close/>
              </a:path>
            </a:pathLst>
          </a:custGeom>
          <a:solidFill>
            <a:srgbClr val="BE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38339" y="1396990"/>
            <a:ext cx="314960" cy="362585"/>
          </a:xfrm>
          <a:custGeom>
            <a:avLst/>
            <a:gdLst/>
            <a:ahLst/>
            <a:cxnLst/>
            <a:rect l="l" t="t" r="r" b="b"/>
            <a:pathLst>
              <a:path w="314960" h="362585">
                <a:moveTo>
                  <a:pt x="160570" y="36915"/>
                </a:moveTo>
                <a:lnTo>
                  <a:pt x="155997" y="36915"/>
                </a:lnTo>
                <a:lnTo>
                  <a:pt x="154155" y="35106"/>
                </a:lnTo>
                <a:lnTo>
                  <a:pt x="154254" y="1770"/>
                </a:lnTo>
                <a:lnTo>
                  <a:pt x="156054" y="0"/>
                </a:lnTo>
                <a:lnTo>
                  <a:pt x="160509" y="0"/>
                </a:lnTo>
                <a:lnTo>
                  <a:pt x="162371" y="1770"/>
                </a:lnTo>
                <a:lnTo>
                  <a:pt x="162391" y="35106"/>
                </a:lnTo>
                <a:lnTo>
                  <a:pt x="160570" y="36915"/>
                </a:lnTo>
                <a:close/>
              </a:path>
              <a:path w="314960" h="362585">
                <a:moveTo>
                  <a:pt x="125158" y="41342"/>
                </a:moveTo>
                <a:lnTo>
                  <a:pt x="122911" y="40052"/>
                </a:lnTo>
                <a:lnTo>
                  <a:pt x="122385" y="37935"/>
                </a:lnTo>
                <a:lnTo>
                  <a:pt x="114493" y="9931"/>
                </a:lnTo>
                <a:lnTo>
                  <a:pt x="113745" y="7448"/>
                </a:lnTo>
                <a:lnTo>
                  <a:pt x="115748" y="4965"/>
                </a:lnTo>
                <a:lnTo>
                  <a:pt x="120147" y="4965"/>
                </a:lnTo>
                <a:lnTo>
                  <a:pt x="121859" y="6255"/>
                </a:lnTo>
                <a:lnTo>
                  <a:pt x="122304" y="7949"/>
                </a:lnTo>
                <a:lnTo>
                  <a:pt x="130196" y="35953"/>
                </a:lnTo>
                <a:lnTo>
                  <a:pt x="130832" y="37935"/>
                </a:lnTo>
                <a:lnTo>
                  <a:pt x="129689" y="40052"/>
                </a:lnTo>
                <a:lnTo>
                  <a:pt x="129589" y="40226"/>
                </a:lnTo>
                <a:lnTo>
                  <a:pt x="125158" y="41342"/>
                </a:lnTo>
                <a:close/>
              </a:path>
              <a:path w="314960" h="362585">
                <a:moveTo>
                  <a:pt x="96585" y="53198"/>
                </a:moveTo>
                <a:lnTo>
                  <a:pt x="94055" y="52524"/>
                </a:lnTo>
                <a:lnTo>
                  <a:pt x="92982" y="50619"/>
                </a:lnTo>
                <a:lnTo>
                  <a:pt x="77725" y="25502"/>
                </a:lnTo>
                <a:lnTo>
                  <a:pt x="76146" y="23000"/>
                </a:lnTo>
                <a:lnTo>
                  <a:pt x="78076" y="19631"/>
                </a:lnTo>
                <a:lnTo>
                  <a:pt x="82581" y="19631"/>
                </a:lnTo>
                <a:lnTo>
                  <a:pt x="83998" y="20382"/>
                </a:lnTo>
                <a:lnTo>
                  <a:pt x="84747" y="21652"/>
                </a:lnTo>
                <a:lnTo>
                  <a:pt x="99984" y="46750"/>
                </a:lnTo>
                <a:lnTo>
                  <a:pt x="101178" y="48617"/>
                </a:lnTo>
                <a:lnTo>
                  <a:pt x="100639" y="50619"/>
                </a:lnTo>
                <a:lnTo>
                  <a:pt x="100530" y="51023"/>
                </a:lnTo>
                <a:lnTo>
                  <a:pt x="98567" y="52120"/>
                </a:lnTo>
                <a:lnTo>
                  <a:pt x="96585" y="53198"/>
                </a:lnTo>
                <a:close/>
              </a:path>
              <a:path w="314960" h="362585">
                <a:moveTo>
                  <a:pt x="200353" y="67710"/>
                </a:moveTo>
                <a:lnTo>
                  <a:pt x="190822" y="33932"/>
                </a:lnTo>
                <a:lnTo>
                  <a:pt x="197419" y="32649"/>
                </a:lnTo>
                <a:lnTo>
                  <a:pt x="203912" y="31738"/>
                </a:lnTo>
                <a:lnTo>
                  <a:pt x="210295" y="31187"/>
                </a:lnTo>
                <a:lnTo>
                  <a:pt x="216541" y="30988"/>
                </a:lnTo>
                <a:lnTo>
                  <a:pt x="216245" y="30988"/>
                </a:lnTo>
                <a:lnTo>
                  <a:pt x="230994" y="31915"/>
                </a:lnTo>
                <a:lnTo>
                  <a:pt x="244589" y="34680"/>
                </a:lnTo>
                <a:lnTo>
                  <a:pt x="257212" y="39188"/>
                </a:lnTo>
                <a:lnTo>
                  <a:pt x="268750" y="45326"/>
                </a:lnTo>
                <a:lnTo>
                  <a:pt x="265621" y="50673"/>
                </a:lnTo>
                <a:lnTo>
                  <a:pt x="263803" y="56393"/>
                </a:lnTo>
                <a:lnTo>
                  <a:pt x="263749" y="56562"/>
                </a:lnTo>
                <a:lnTo>
                  <a:pt x="263564" y="58892"/>
                </a:lnTo>
                <a:lnTo>
                  <a:pt x="263448" y="60358"/>
                </a:lnTo>
                <a:lnTo>
                  <a:pt x="263361" y="61455"/>
                </a:lnTo>
                <a:lnTo>
                  <a:pt x="263255" y="62789"/>
                </a:lnTo>
                <a:lnTo>
                  <a:pt x="263430" y="63899"/>
                </a:lnTo>
                <a:lnTo>
                  <a:pt x="263481" y="64227"/>
                </a:lnTo>
                <a:lnTo>
                  <a:pt x="209470" y="64227"/>
                </a:lnTo>
                <a:lnTo>
                  <a:pt x="204294" y="65535"/>
                </a:lnTo>
                <a:lnTo>
                  <a:pt x="202154" y="66498"/>
                </a:lnTo>
                <a:lnTo>
                  <a:pt x="200353" y="67710"/>
                </a:lnTo>
                <a:close/>
              </a:path>
              <a:path w="314960" h="362585">
                <a:moveTo>
                  <a:pt x="290175" y="82382"/>
                </a:moveTo>
                <a:lnTo>
                  <a:pt x="282255" y="79795"/>
                </a:lnTo>
                <a:lnTo>
                  <a:pt x="275939" y="74563"/>
                </a:lnTo>
                <a:lnTo>
                  <a:pt x="272067" y="67133"/>
                </a:lnTo>
                <a:lnTo>
                  <a:pt x="272025" y="66498"/>
                </a:lnTo>
                <a:lnTo>
                  <a:pt x="271901" y="64646"/>
                </a:lnTo>
                <a:lnTo>
                  <a:pt x="271777" y="62789"/>
                </a:lnTo>
                <a:lnTo>
                  <a:pt x="271688" y="61455"/>
                </a:lnTo>
                <a:lnTo>
                  <a:pt x="271614" y="60358"/>
                </a:lnTo>
                <a:lnTo>
                  <a:pt x="291547" y="40957"/>
                </a:lnTo>
                <a:lnTo>
                  <a:pt x="294733" y="40957"/>
                </a:lnTo>
                <a:lnTo>
                  <a:pt x="304668" y="42247"/>
                </a:lnTo>
                <a:lnTo>
                  <a:pt x="311973" y="48040"/>
                </a:lnTo>
                <a:lnTo>
                  <a:pt x="312216" y="48906"/>
                </a:lnTo>
                <a:lnTo>
                  <a:pt x="300055" y="48906"/>
                </a:lnTo>
                <a:lnTo>
                  <a:pt x="298678" y="49657"/>
                </a:lnTo>
                <a:lnTo>
                  <a:pt x="298068" y="50673"/>
                </a:lnTo>
                <a:lnTo>
                  <a:pt x="292056" y="60358"/>
                </a:lnTo>
                <a:lnTo>
                  <a:pt x="283340" y="60358"/>
                </a:lnTo>
                <a:lnTo>
                  <a:pt x="280830" y="61012"/>
                </a:lnTo>
                <a:lnTo>
                  <a:pt x="278676" y="64646"/>
                </a:lnTo>
                <a:lnTo>
                  <a:pt x="278841" y="65535"/>
                </a:lnTo>
                <a:lnTo>
                  <a:pt x="279333" y="67133"/>
                </a:lnTo>
                <a:lnTo>
                  <a:pt x="281316" y="68172"/>
                </a:lnTo>
                <a:lnTo>
                  <a:pt x="291272" y="73504"/>
                </a:lnTo>
                <a:lnTo>
                  <a:pt x="310946" y="73504"/>
                </a:lnTo>
                <a:lnTo>
                  <a:pt x="306660" y="78184"/>
                </a:lnTo>
                <a:lnTo>
                  <a:pt x="298861" y="81856"/>
                </a:lnTo>
                <a:lnTo>
                  <a:pt x="290175" y="82382"/>
                </a:lnTo>
                <a:close/>
              </a:path>
              <a:path w="314960" h="362585">
                <a:moveTo>
                  <a:pt x="310946" y="73504"/>
                </a:moveTo>
                <a:lnTo>
                  <a:pt x="291272" y="73504"/>
                </a:lnTo>
                <a:lnTo>
                  <a:pt x="293700" y="72888"/>
                </a:lnTo>
                <a:lnTo>
                  <a:pt x="304931" y="54796"/>
                </a:lnTo>
                <a:lnTo>
                  <a:pt x="306550" y="52255"/>
                </a:lnTo>
                <a:lnTo>
                  <a:pt x="304624" y="48906"/>
                </a:lnTo>
                <a:lnTo>
                  <a:pt x="312216" y="48906"/>
                </a:lnTo>
                <a:lnTo>
                  <a:pt x="314320" y="56393"/>
                </a:lnTo>
                <a:lnTo>
                  <a:pt x="314488" y="58892"/>
                </a:lnTo>
                <a:lnTo>
                  <a:pt x="314587" y="60358"/>
                </a:lnTo>
                <a:lnTo>
                  <a:pt x="314661" y="61455"/>
                </a:lnTo>
                <a:lnTo>
                  <a:pt x="314751" y="62789"/>
                </a:lnTo>
                <a:lnTo>
                  <a:pt x="314876" y="64646"/>
                </a:lnTo>
                <a:lnTo>
                  <a:pt x="312160" y="72178"/>
                </a:lnTo>
                <a:lnTo>
                  <a:pt x="310946" y="73504"/>
                </a:lnTo>
                <a:close/>
              </a:path>
              <a:path w="314960" h="362585">
                <a:moveTo>
                  <a:pt x="289856" y="63899"/>
                </a:moveTo>
                <a:lnTo>
                  <a:pt x="285302" y="61455"/>
                </a:lnTo>
                <a:lnTo>
                  <a:pt x="283340" y="60358"/>
                </a:lnTo>
                <a:lnTo>
                  <a:pt x="292056" y="60358"/>
                </a:lnTo>
                <a:lnTo>
                  <a:pt x="289856" y="63899"/>
                </a:lnTo>
                <a:close/>
              </a:path>
              <a:path w="314960" h="362585">
                <a:moveTo>
                  <a:pt x="307617" y="100950"/>
                </a:moveTo>
                <a:lnTo>
                  <a:pt x="211867" y="100950"/>
                </a:lnTo>
                <a:lnTo>
                  <a:pt x="214391" y="100757"/>
                </a:lnTo>
                <a:lnTo>
                  <a:pt x="214213" y="100757"/>
                </a:lnTo>
                <a:lnTo>
                  <a:pt x="216380" y="100218"/>
                </a:lnTo>
                <a:lnTo>
                  <a:pt x="223185" y="96995"/>
                </a:lnTo>
                <a:lnTo>
                  <a:pt x="228008" y="91711"/>
                </a:lnTo>
                <a:lnTo>
                  <a:pt x="230406" y="85099"/>
                </a:lnTo>
                <a:lnTo>
                  <a:pt x="230061" y="79795"/>
                </a:lnTo>
                <a:lnTo>
                  <a:pt x="229938" y="77892"/>
                </a:lnTo>
                <a:lnTo>
                  <a:pt x="227894" y="70617"/>
                </a:lnTo>
                <a:lnTo>
                  <a:pt x="221439" y="65535"/>
                </a:lnTo>
                <a:lnTo>
                  <a:pt x="211584" y="64227"/>
                </a:lnTo>
                <a:lnTo>
                  <a:pt x="263481" y="64227"/>
                </a:lnTo>
                <a:lnTo>
                  <a:pt x="264258" y="69154"/>
                </a:lnTo>
                <a:lnTo>
                  <a:pt x="269552" y="79264"/>
                </a:lnTo>
                <a:lnTo>
                  <a:pt x="278230" y="86433"/>
                </a:lnTo>
                <a:lnTo>
                  <a:pt x="289094" y="90000"/>
                </a:lnTo>
                <a:lnTo>
                  <a:pt x="304463" y="90000"/>
                </a:lnTo>
                <a:lnTo>
                  <a:pt x="306591" y="95830"/>
                </a:lnTo>
                <a:lnTo>
                  <a:pt x="307470" y="100218"/>
                </a:lnTo>
                <a:lnTo>
                  <a:pt x="307578" y="100757"/>
                </a:lnTo>
                <a:lnTo>
                  <a:pt x="307617" y="100950"/>
                </a:lnTo>
                <a:close/>
              </a:path>
              <a:path w="314960" h="362585">
                <a:moveTo>
                  <a:pt x="304463" y="90000"/>
                </a:moveTo>
                <a:lnTo>
                  <a:pt x="289094" y="90000"/>
                </a:lnTo>
                <a:lnTo>
                  <a:pt x="300945" y="89305"/>
                </a:lnTo>
                <a:lnTo>
                  <a:pt x="301956" y="89036"/>
                </a:lnTo>
                <a:lnTo>
                  <a:pt x="302928" y="88747"/>
                </a:lnTo>
                <a:lnTo>
                  <a:pt x="303879" y="88401"/>
                </a:lnTo>
                <a:lnTo>
                  <a:pt x="304463" y="90000"/>
                </a:lnTo>
                <a:close/>
              </a:path>
              <a:path w="314960" h="362585">
                <a:moveTo>
                  <a:pt x="219293" y="134921"/>
                </a:moveTo>
                <a:lnTo>
                  <a:pt x="209716" y="100950"/>
                </a:lnTo>
                <a:lnTo>
                  <a:pt x="209662" y="100757"/>
                </a:lnTo>
                <a:lnTo>
                  <a:pt x="211867" y="100950"/>
                </a:lnTo>
                <a:lnTo>
                  <a:pt x="307617" y="100950"/>
                </a:lnTo>
                <a:lnTo>
                  <a:pt x="308149" y="103606"/>
                </a:lnTo>
                <a:lnTo>
                  <a:pt x="309039" y="112075"/>
                </a:lnTo>
                <a:lnTo>
                  <a:pt x="275852" y="120524"/>
                </a:lnTo>
                <a:lnTo>
                  <a:pt x="272089" y="120967"/>
                </a:lnTo>
                <a:lnTo>
                  <a:pt x="271255" y="124470"/>
                </a:lnTo>
                <a:lnTo>
                  <a:pt x="257620" y="124470"/>
                </a:lnTo>
                <a:lnTo>
                  <a:pt x="254058" y="126067"/>
                </a:lnTo>
                <a:lnTo>
                  <a:pt x="219293" y="134921"/>
                </a:lnTo>
                <a:close/>
              </a:path>
              <a:path w="314960" h="362585">
                <a:moveTo>
                  <a:pt x="265755" y="148509"/>
                </a:moveTo>
                <a:lnTo>
                  <a:pt x="259745" y="145199"/>
                </a:lnTo>
                <a:lnTo>
                  <a:pt x="257337" y="136711"/>
                </a:lnTo>
                <a:lnTo>
                  <a:pt x="257789" y="134093"/>
                </a:lnTo>
                <a:lnTo>
                  <a:pt x="257822" y="133901"/>
                </a:lnTo>
                <a:lnTo>
                  <a:pt x="259320" y="131437"/>
                </a:lnTo>
                <a:lnTo>
                  <a:pt x="261242" y="128165"/>
                </a:lnTo>
                <a:lnTo>
                  <a:pt x="257620" y="124470"/>
                </a:lnTo>
                <a:lnTo>
                  <a:pt x="271255" y="124470"/>
                </a:lnTo>
                <a:lnTo>
                  <a:pt x="270976" y="125644"/>
                </a:lnTo>
                <a:lnTo>
                  <a:pt x="274375" y="127703"/>
                </a:lnTo>
                <a:lnTo>
                  <a:pt x="276824" y="129051"/>
                </a:lnTo>
                <a:lnTo>
                  <a:pt x="278726" y="131264"/>
                </a:lnTo>
                <a:lnTo>
                  <a:pt x="281114" y="139752"/>
                </a:lnTo>
                <a:lnTo>
                  <a:pt x="277653" y="145468"/>
                </a:lnTo>
                <a:lnTo>
                  <a:pt x="265755" y="148509"/>
                </a:lnTo>
                <a:close/>
              </a:path>
              <a:path w="314960" h="362585">
                <a:moveTo>
                  <a:pt x="72160" y="71598"/>
                </a:moveTo>
                <a:lnTo>
                  <a:pt x="69610" y="71598"/>
                </a:lnTo>
                <a:lnTo>
                  <a:pt x="46461" y="49580"/>
                </a:lnTo>
                <a:lnTo>
                  <a:pt x="43850" y="47174"/>
                </a:lnTo>
                <a:lnTo>
                  <a:pt x="45631" y="42959"/>
                </a:lnTo>
                <a:lnTo>
                  <a:pt x="50366" y="42959"/>
                </a:lnTo>
                <a:lnTo>
                  <a:pt x="51418" y="43382"/>
                </a:lnTo>
                <a:lnTo>
                  <a:pt x="52187" y="44133"/>
                </a:lnTo>
                <a:lnTo>
                  <a:pt x="73759" y="64631"/>
                </a:lnTo>
                <a:lnTo>
                  <a:pt x="75337" y="66151"/>
                </a:lnTo>
                <a:lnTo>
                  <a:pt x="75337" y="68576"/>
                </a:lnTo>
                <a:lnTo>
                  <a:pt x="72160" y="71598"/>
                </a:lnTo>
                <a:close/>
              </a:path>
              <a:path w="314960" h="362585">
                <a:moveTo>
                  <a:pt x="88895" y="162001"/>
                </a:moveTo>
                <a:lnTo>
                  <a:pt x="61273" y="162001"/>
                </a:lnTo>
                <a:lnTo>
                  <a:pt x="62509" y="126699"/>
                </a:lnTo>
                <a:lnTo>
                  <a:pt x="62614" y="123703"/>
                </a:lnTo>
                <a:lnTo>
                  <a:pt x="79832" y="90689"/>
                </a:lnTo>
                <a:lnTo>
                  <a:pt x="111001" y="67170"/>
                </a:lnTo>
                <a:lnTo>
                  <a:pt x="154280" y="57336"/>
                </a:lnTo>
                <a:lnTo>
                  <a:pt x="154390" y="80548"/>
                </a:lnTo>
                <a:lnTo>
                  <a:pt x="154439" y="102297"/>
                </a:lnTo>
                <a:lnTo>
                  <a:pt x="157838" y="104164"/>
                </a:lnTo>
                <a:lnTo>
                  <a:pt x="180259" y="104164"/>
                </a:lnTo>
                <a:lnTo>
                  <a:pt x="180259" y="115366"/>
                </a:lnTo>
                <a:lnTo>
                  <a:pt x="179854" y="115751"/>
                </a:lnTo>
                <a:lnTo>
                  <a:pt x="156362" y="115751"/>
                </a:lnTo>
                <a:lnTo>
                  <a:pt x="154559" y="117406"/>
                </a:lnTo>
                <a:lnTo>
                  <a:pt x="154452" y="120024"/>
                </a:lnTo>
                <a:lnTo>
                  <a:pt x="154339" y="137462"/>
                </a:lnTo>
                <a:lnTo>
                  <a:pt x="106884" y="137462"/>
                </a:lnTo>
                <a:lnTo>
                  <a:pt x="99442" y="138899"/>
                </a:lnTo>
                <a:lnTo>
                  <a:pt x="93349" y="142815"/>
                </a:lnTo>
                <a:lnTo>
                  <a:pt x="89233" y="148610"/>
                </a:lnTo>
                <a:lnTo>
                  <a:pt x="87721" y="155689"/>
                </a:lnTo>
                <a:lnTo>
                  <a:pt x="87721" y="157902"/>
                </a:lnTo>
                <a:lnTo>
                  <a:pt x="88126" y="160019"/>
                </a:lnTo>
                <a:lnTo>
                  <a:pt x="88895" y="162001"/>
                </a:lnTo>
                <a:close/>
              </a:path>
              <a:path w="314960" h="362585">
                <a:moveTo>
                  <a:pt x="53887" y="97562"/>
                </a:moveTo>
                <a:lnTo>
                  <a:pt x="22805" y="80548"/>
                </a:lnTo>
                <a:lnTo>
                  <a:pt x="19102" y="78565"/>
                </a:lnTo>
                <a:lnTo>
                  <a:pt x="20477" y="73869"/>
                </a:lnTo>
                <a:lnTo>
                  <a:pt x="20573" y="73542"/>
                </a:lnTo>
                <a:lnTo>
                  <a:pt x="20680" y="73177"/>
                </a:lnTo>
                <a:lnTo>
                  <a:pt x="24930" y="73331"/>
                </a:lnTo>
                <a:lnTo>
                  <a:pt x="25551" y="73331"/>
                </a:lnTo>
                <a:lnTo>
                  <a:pt x="26286" y="73542"/>
                </a:lnTo>
                <a:lnTo>
                  <a:pt x="26852" y="73869"/>
                </a:lnTo>
                <a:lnTo>
                  <a:pt x="57914" y="90942"/>
                </a:lnTo>
                <a:lnTo>
                  <a:pt x="53887" y="97562"/>
                </a:lnTo>
                <a:close/>
              </a:path>
              <a:path w="314960" h="362585">
                <a:moveTo>
                  <a:pt x="180259" y="104164"/>
                </a:moveTo>
                <a:lnTo>
                  <a:pt x="157838" y="104164"/>
                </a:lnTo>
                <a:lnTo>
                  <a:pt x="160671" y="102605"/>
                </a:lnTo>
                <a:lnTo>
                  <a:pt x="161096" y="102297"/>
                </a:lnTo>
                <a:lnTo>
                  <a:pt x="163383" y="100161"/>
                </a:lnTo>
                <a:lnTo>
                  <a:pt x="166115" y="98986"/>
                </a:lnTo>
                <a:lnTo>
                  <a:pt x="175362" y="98986"/>
                </a:lnTo>
                <a:lnTo>
                  <a:pt x="180259" y="103645"/>
                </a:lnTo>
                <a:lnTo>
                  <a:pt x="180259" y="104164"/>
                </a:lnTo>
                <a:close/>
              </a:path>
              <a:path w="314960" h="362585">
                <a:moveTo>
                  <a:pt x="43021" y="125028"/>
                </a:moveTo>
                <a:lnTo>
                  <a:pt x="37569" y="123703"/>
                </a:lnTo>
                <a:lnTo>
                  <a:pt x="8397" y="116270"/>
                </a:lnTo>
                <a:lnTo>
                  <a:pt x="3824" y="115174"/>
                </a:lnTo>
                <a:lnTo>
                  <a:pt x="4586" y="108668"/>
                </a:lnTo>
                <a:lnTo>
                  <a:pt x="9878" y="108668"/>
                </a:lnTo>
                <a:lnTo>
                  <a:pt x="39718" y="116270"/>
                </a:lnTo>
                <a:lnTo>
                  <a:pt x="45085" y="117694"/>
                </a:lnTo>
                <a:lnTo>
                  <a:pt x="43021" y="125028"/>
                </a:lnTo>
                <a:close/>
              </a:path>
              <a:path w="314960" h="362585">
                <a:moveTo>
                  <a:pt x="175362" y="120024"/>
                </a:moveTo>
                <a:lnTo>
                  <a:pt x="166256" y="120024"/>
                </a:lnTo>
                <a:lnTo>
                  <a:pt x="163625" y="118946"/>
                </a:lnTo>
                <a:lnTo>
                  <a:pt x="161642" y="117195"/>
                </a:lnTo>
                <a:lnTo>
                  <a:pt x="160874" y="116270"/>
                </a:lnTo>
                <a:lnTo>
                  <a:pt x="159700" y="115751"/>
                </a:lnTo>
                <a:lnTo>
                  <a:pt x="179854" y="115751"/>
                </a:lnTo>
                <a:lnTo>
                  <a:pt x="175362" y="120024"/>
                </a:lnTo>
                <a:close/>
              </a:path>
              <a:path w="314960" h="362585">
                <a:moveTo>
                  <a:pt x="154256" y="162001"/>
                </a:moveTo>
                <a:lnTo>
                  <a:pt x="124874" y="162001"/>
                </a:lnTo>
                <a:lnTo>
                  <a:pt x="125623" y="160019"/>
                </a:lnTo>
                <a:lnTo>
                  <a:pt x="126048" y="157902"/>
                </a:lnTo>
                <a:lnTo>
                  <a:pt x="126048" y="155689"/>
                </a:lnTo>
                <a:lnTo>
                  <a:pt x="124536" y="148610"/>
                </a:lnTo>
                <a:lnTo>
                  <a:pt x="120420" y="142815"/>
                </a:lnTo>
                <a:lnTo>
                  <a:pt x="114326" y="138899"/>
                </a:lnTo>
                <a:lnTo>
                  <a:pt x="106884" y="137462"/>
                </a:lnTo>
                <a:lnTo>
                  <a:pt x="154339" y="137462"/>
                </a:lnTo>
                <a:lnTo>
                  <a:pt x="154256" y="162001"/>
                </a:lnTo>
                <a:close/>
              </a:path>
              <a:path w="314960" h="362585">
                <a:moveTo>
                  <a:pt x="235781" y="169950"/>
                </a:moveTo>
                <a:lnTo>
                  <a:pt x="96913" y="169950"/>
                </a:lnTo>
                <a:lnTo>
                  <a:pt x="98588" y="169180"/>
                </a:lnTo>
                <a:lnTo>
                  <a:pt x="99458" y="168142"/>
                </a:lnTo>
                <a:lnTo>
                  <a:pt x="99559" y="163714"/>
                </a:lnTo>
                <a:lnTo>
                  <a:pt x="99256" y="163329"/>
                </a:lnTo>
                <a:lnTo>
                  <a:pt x="97050" y="161212"/>
                </a:lnTo>
                <a:lnTo>
                  <a:pt x="95815" y="158614"/>
                </a:lnTo>
                <a:lnTo>
                  <a:pt x="95815" y="149837"/>
                </a:lnTo>
                <a:lnTo>
                  <a:pt x="100713" y="145160"/>
                </a:lnTo>
                <a:lnTo>
                  <a:pt x="113016" y="145160"/>
                </a:lnTo>
                <a:lnTo>
                  <a:pt x="117954" y="149837"/>
                </a:lnTo>
                <a:lnTo>
                  <a:pt x="117974" y="158614"/>
                </a:lnTo>
                <a:lnTo>
                  <a:pt x="116757" y="161212"/>
                </a:lnTo>
                <a:lnTo>
                  <a:pt x="114535" y="163329"/>
                </a:lnTo>
                <a:lnTo>
                  <a:pt x="114230" y="163714"/>
                </a:lnTo>
                <a:lnTo>
                  <a:pt x="116132" y="169450"/>
                </a:lnTo>
                <a:lnTo>
                  <a:pt x="72685" y="169450"/>
                </a:lnTo>
                <a:lnTo>
                  <a:pt x="235781" y="169950"/>
                </a:lnTo>
                <a:close/>
              </a:path>
              <a:path w="314960" h="362585">
                <a:moveTo>
                  <a:pt x="36970" y="154399"/>
                </a:moveTo>
                <a:lnTo>
                  <a:pt x="1902" y="154399"/>
                </a:lnTo>
                <a:lnTo>
                  <a:pt x="0" y="152647"/>
                </a:lnTo>
                <a:lnTo>
                  <a:pt x="0" y="148278"/>
                </a:lnTo>
                <a:lnTo>
                  <a:pt x="1902" y="146527"/>
                </a:lnTo>
                <a:lnTo>
                  <a:pt x="36990" y="146527"/>
                </a:lnTo>
                <a:lnTo>
                  <a:pt x="38852" y="148278"/>
                </a:lnTo>
                <a:lnTo>
                  <a:pt x="38872" y="152647"/>
                </a:lnTo>
                <a:lnTo>
                  <a:pt x="36970" y="154399"/>
                </a:lnTo>
                <a:close/>
              </a:path>
              <a:path w="314960" h="362585">
                <a:moveTo>
                  <a:pt x="154236" y="274673"/>
                </a:moveTo>
                <a:lnTo>
                  <a:pt x="130196" y="274673"/>
                </a:lnTo>
                <a:lnTo>
                  <a:pt x="129305" y="267129"/>
                </a:lnTo>
                <a:lnTo>
                  <a:pt x="126493" y="260219"/>
                </a:lnTo>
                <a:lnTo>
                  <a:pt x="102088" y="232156"/>
                </a:lnTo>
                <a:lnTo>
                  <a:pt x="90818" y="220169"/>
                </a:lnTo>
                <a:lnTo>
                  <a:pt x="62791" y="170528"/>
                </a:lnTo>
                <a:lnTo>
                  <a:pt x="62640" y="169950"/>
                </a:lnTo>
                <a:lnTo>
                  <a:pt x="154235" y="169950"/>
                </a:lnTo>
                <a:lnTo>
                  <a:pt x="154197" y="193624"/>
                </a:lnTo>
                <a:lnTo>
                  <a:pt x="147538" y="193624"/>
                </a:lnTo>
                <a:lnTo>
                  <a:pt x="140096" y="195062"/>
                </a:lnTo>
                <a:lnTo>
                  <a:pt x="134003" y="198977"/>
                </a:lnTo>
                <a:lnTo>
                  <a:pt x="129887" y="204773"/>
                </a:lnTo>
                <a:lnTo>
                  <a:pt x="128375" y="211851"/>
                </a:lnTo>
                <a:lnTo>
                  <a:pt x="129887" y="218929"/>
                </a:lnTo>
                <a:lnTo>
                  <a:pt x="134003" y="224725"/>
                </a:lnTo>
                <a:lnTo>
                  <a:pt x="140096" y="228640"/>
                </a:lnTo>
                <a:lnTo>
                  <a:pt x="147538" y="230078"/>
                </a:lnTo>
                <a:lnTo>
                  <a:pt x="154197" y="230078"/>
                </a:lnTo>
                <a:lnTo>
                  <a:pt x="154236" y="274673"/>
                </a:lnTo>
                <a:close/>
              </a:path>
              <a:path w="314960" h="362585">
                <a:moveTo>
                  <a:pt x="236320" y="207039"/>
                </a:moveTo>
                <a:lnTo>
                  <a:pt x="157150" y="207039"/>
                </a:lnTo>
                <a:lnTo>
                  <a:pt x="162644" y="205480"/>
                </a:lnTo>
                <a:lnTo>
                  <a:pt x="162172" y="205480"/>
                </a:lnTo>
                <a:lnTo>
                  <a:pt x="162211" y="204018"/>
                </a:lnTo>
                <a:lnTo>
                  <a:pt x="162329" y="169950"/>
                </a:lnTo>
                <a:lnTo>
                  <a:pt x="191616" y="169950"/>
                </a:lnTo>
                <a:lnTo>
                  <a:pt x="190944" y="171683"/>
                </a:lnTo>
                <a:lnTo>
                  <a:pt x="190518" y="173800"/>
                </a:lnTo>
                <a:lnTo>
                  <a:pt x="190518" y="176013"/>
                </a:lnTo>
                <a:lnTo>
                  <a:pt x="192033" y="183091"/>
                </a:lnTo>
                <a:lnTo>
                  <a:pt x="196157" y="188887"/>
                </a:lnTo>
                <a:lnTo>
                  <a:pt x="202068" y="192681"/>
                </a:lnTo>
                <a:lnTo>
                  <a:pt x="201628" y="192681"/>
                </a:lnTo>
                <a:lnTo>
                  <a:pt x="209702" y="194240"/>
                </a:lnTo>
                <a:lnTo>
                  <a:pt x="243890" y="194240"/>
                </a:lnTo>
                <a:lnTo>
                  <a:pt x="236423" y="206909"/>
                </a:lnTo>
                <a:lnTo>
                  <a:pt x="236320" y="207039"/>
                </a:lnTo>
                <a:close/>
              </a:path>
              <a:path w="314960" h="362585">
                <a:moveTo>
                  <a:pt x="243890" y="194240"/>
                </a:moveTo>
                <a:lnTo>
                  <a:pt x="209702" y="194240"/>
                </a:lnTo>
                <a:lnTo>
                  <a:pt x="217763" y="192681"/>
                </a:lnTo>
                <a:lnTo>
                  <a:pt x="217325" y="192681"/>
                </a:lnTo>
                <a:lnTo>
                  <a:pt x="223230" y="188887"/>
                </a:lnTo>
                <a:lnTo>
                  <a:pt x="227351" y="183091"/>
                </a:lnTo>
                <a:lnTo>
                  <a:pt x="228865" y="176013"/>
                </a:lnTo>
                <a:lnTo>
                  <a:pt x="228865" y="173800"/>
                </a:lnTo>
                <a:lnTo>
                  <a:pt x="228441" y="171683"/>
                </a:lnTo>
                <a:lnTo>
                  <a:pt x="227992" y="170528"/>
                </a:lnTo>
                <a:lnTo>
                  <a:pt x="227888" y="170259"/>
                </a:lnTo>
                <a:lnTo>
                  <a:pt x="227768" y="169950"/>
                </a:lnTo>
                <a:lnTo>
                  <a:pt x="253796" y="169950"/>
                </a:lnTo>
                <a:lnTo>
                  <a:pt x="253674" y="170528"/>
                </a:lnTo>
                <a:lnTo>
                  <a:pt x="246115" y="190465"/>
                </a:lnTo>
                <a:lnTo>
                  <a:pt x="244015" y="194029"/>
                </a:lnTo>
                <a:lnTo>
                  <a:pt x="243890" y="194240"/>
                </a:lnTo>
                <a:close/>
              </a:path>
              <a:path w="314960" h="362585">
                <a:moveTo>
                  <a:pt x="8316" y="192681"/>
                </a:moveTo>
                <a:lnTo>
                  <a:pt x="6070" y="191469"/>
                </a:lnTo>
                <a:lnTo>
                  <a:pt x="4897" y="187311"/>
                </a:lnTo>
                <a:lnTo>
                  <a:pt x="6212" y="185194"/>
                </a:lnTo>
                <a:lnTo>
                  <a:pt x="38444" y="176995"/>
                </a:lnTo>
                <a:lnTo>
                  <a:pt x="43709" y="176995"/>
                </a:lnTo>
                <a:lnTo>
                  <a:pt x="44526" y="183091"/>
                </a:lnTo>
                <a:lnTo>
                  <a:pt x="44579" y="183481"/>
                </a:lnTo>
                <a:lnTo>
                  <a:pt x="39945" y="184597"/>
                </a:lnTo>
                <a:lnTo>
                  <a:pt x="10482" y="192104"/>
                </a:lnTo>
                <a:lnTo>
                  <a:pt x="8316" y="192681"/>
                </a:lnTo>
                <a:close/>
              </a:path>
              <a:path w="314960" h="362585">
                <a:moveTo>
                  <a:pt x="154196" y="194760"/>
                </a:moveTo>
                <a:lnTo>
                  <a:pt x="152111" y="194029"/>
                </a:lnTo>
                <a:lnTo>
                  <a:pt x="149865" y="193624"/>
                </a:lnTo>
                <a:lnTo>
                  <a:pt x="154197" y="193624"/>
                </a:lnTo>
                <a:lnTo>
                  <a:pt x="154196" y="194760"/>
                </a:lnTo>
                <a:close/>
              </a:path>
              <a:path w="314960" h="362585">
                <a:moveTo>
                  <a:pt x="150391" y="222360"/>
                </a:moveTo>
                <a:lnTo>
                  <a:pt x="141366" y="222360"/>
                </a:lnTo>
                <a:lnTo>
                  <a:pt x="136469" y="217702"/>
                </a:lnTo>
                <a:lnTo>
                  <a:pt x="136469" y="205981"/>
                </a:lnTo>
                <a:lnTo>
                  <a:pt x="141366" y="201323"/>
                </a:lnTo>
                <a:lnTo>
                  <a:pt x="150391" y="201323"/>
                </a:lnTo>
                <a:lnTo>
                  <a:pt x="152961" y="202343"/>
                </a:lnTo>
                <a:lnTo>
                  <a:pt x="154903" y="204018"/>
                </a:lnTo>
                <a:lnTo>
                  <a:pt x="157053" y="206909"/>
                </a:lnTo>
                <a:lnTo>
                  <a:pt x="157150" y="207039"/>
                </a:lnTo>
                <a:lnTo>
                  <a:pt x="236320" y="207039"/>
                </a:lnTo>
                <a:lnTo>
                  <a:pt x="228731" y="216605"/>
                </a:lnTo>
                <a:lnTo>
                  <a:pt x="157170" y="216605"/>
                </a:lnTo>
                <a:lnTo>
                  <a:pt x="154903" y="219685"/>
                </a:lnTo>
                <a:lnTo>
                  <a:pt x="152941" y="221359"/>
                </a:lnTo>
                <a:lnTo>
                  <a:pt x="150391" y="222360"/>
                </a:lnTo>
                <a:close/>
              </a:path>
              <a:path w="314960" h="362585">
                <a:moveTo>
                  <a:pt x="24910" y="228192"/>
                </a:moveTo>
                <a:lnTo>
                  <a:pt x="22360" y="227595"/>
                </a:lnTo>
                <a:lnTo>
                  <a:pt x="20073" y="223822"/>
                </a:lnTo>
                <a:lnTo>
                  <a:pt x="20516" y="222360"/>
                </a:lnTo>
                <a:lnTo>
                  <a:pt x="20912" y="221359"/>
                </a:lnTo>
                <a:lnTo>
                  <a:pt x="22805" y="220377"/>
                </a:lnTo>
                <a:lnTo>
                  <a:pt x="49038" y="205981"/>
                </a:lnTo>
                <a:lnTo>
                  <a:pt x="50034" y="205480"/>
                </a:lnTo>
                <a:lnTo>
                  <a:pt x="50649" y="205326"/>
                </a:lnTo>
                <a:lnTo>
                  <a:pt x="55526" y="205480"/>
                </a:lnTo>
                <a:lnTo>
                  <a:pt x="56842" y="210658"/>
                </a:lnTo>
                <a:lnTo>
                  <a:pt x="53260" y="212563"/>
                </a:lnTo>
                <a:lnTo>
                  <a:pt x="26852" y="227056"/>
                </a:lnTo>
                <a:lnTo>
                  <a:pt x="24910" y="228192"/>
                </a:lnTo>
                <a:close/>
              </a:path>
              <a:path w="314960" h="362585">
                <a:moveTo>
                  <a:pt x="186269" y="274673"/>
                </a:moveTo>
                <a:lnTo>
                  <a:pt x="162350" y="274673"/>
                </a:lnTo>
                <a:lnTo>
                  <a:pt x="162270" y="218107"/>
                </a:lnTo>
                <a:lnTo>
                  <a:pt x="157170" y="216605"/>
                </a:lnTo>
                <a:lnTo>
                  <a:pt x="228731" y="216605"/>
                </a:lnTo>
                <a:lnTo>
                  <a:pt x="225502" y="220675"/>
                </a:lnTo>
                <a:lnTo>
                  <a:pt x="214256" y="232580"/>
                </a:lnTo>
                <a:lnTo>
                  <a:pt x="208793" y="238091"/>
                </a:lnTo>
                <a:lnTo>
                  <a:pt x="203596" y="243442"/>
                </a:lnTo>
                <a:lnTo>
                  <a:pt x="198786" y="248746"/>
                </a:lnTo>
                <a:lnTo>
                  <a:pt x="194608" y="253963"/>
                </a:lnTo>
                <a:lnTo>
                  <a:pt x="190008" y="260219"/>
                </a:lnTo>
                <a:lnTo>
                  <a:pt x="187167" y="267129"/>
                </a:lnTo>
                <a:lnTo>
                  <a:pt x="186269" y="274673"/>
                </a:lnTo>
                <a:close/>
              </a:path>
              <a:path w="314960" h="362585">
                <a:moveTo>
                  <a:pt x="154197" y="230078"/>
                </a:moveTo>
                <a:lnTo>
                  <a:pt x="149865" y="230078"/>
                </a:lnTo>
                <a:lnTo>
                  <a:pt x="152644" y="229578"/>
                </a:lnTo>
                <a:lnTo>
                  <a:pt x="152385" y="229578"/>
                </a:lnTo>
                <a:lnTo>
                  <a:pt x="154196" y="228942"/>
                </a:lnTo>
                <a:lnTo>
                  <a:pt x="154197" y="230078"/>
                </a:lnTo>
                <a:close/>
              </a:path>
              <a:path w="314960" h="362585">
                <a:moveTo>
                  <a:pt x="50609" y="258371"/>
                </a:moveTo>
                <a:lnTo>
                  <a:pt x="47937" y="258371"/>
                </a:lnTo>
                <a:lnTo>
                  <a:pt x="44761" y="255330"/>
                </a:lnTo>
                <a:lnTo>
                  <a:pt x="44801" y="252828"/>
                </a:lnTo>
                <a:lnTo>
                  <a:pt x="46461" y="251345"/>
                </a:lnTo>
                <a:lnTo>
                  <a:pt x="68012" y="230848"/>
                </a:lnTo>
                <a:lnTo>
                  <a:pt x="68854" y="230078"/>
                </a:lnTo>
                <a:lnTo>
                  <a:pt x="70081" y="229578"/>
                </a:lnTo>
                <a:lnTo>
                  <a:pt x="74507" y="229578"/>
                </a:lnTo>
                <a:lnTo>
                  <a:pt x="76410" y="233851"/>
                </a:lnTo>
                <a:lnTo>
                  <a:pt x="73759" y="236295"/>
                </a:lnTo>
                <a:lnTo>
                  <a:pt x="52187" y="256793"/>
                </a:lnTo>
                <a:lnTo>
                  <a:pt x="50609" y="258371"/>
                </a:lnTo>
                <a:close/>
              </a:path>
              <a:path w="314960" h="362585">
                <a:moveTo>
                  <a:pt x="194424" y="295209"/>
                </a:moveTo>
                <a:lnTo>
                  <a:pt x="122021" y="295209"/>
                </a:lnTo>
                <a:lnTo>
                  <a:pt x="119066" y="292419"/>
                </a:lnTo>
                <a:lnTo>
                  <a:pt x="119066" y="285182"/>
                </a:lnTo>
                <a:lnTo>
                  <a:pt x="122021" y="282372"/>
                </a:lnTo>
                <a:lnTo>
                  <a:pt x="194424" y="282372"/>
                </a:lnTo>
                <a:lnTo>
                  <a:pt x="197358" y="285182"/>
                </a:lnTo>
                <a:lnTo>
                  <a:pt x="197358" y="292419"/>
                </a:lnTo>
                <a:lnTo>
                  <a:pt x="194424" y="295209"/>
                </a:lnTo>
                <a:close/>
              </a:path>
              <a:path w="314960" h="362585">
                <a:moveTo>
                  <a:pt x="158202" y="362190"/>
                </a:moveTo>
                <a:lnTo>
                  <a:pt x="127485" y="333164"/>
                </a:lnTo>
                <a:lnTo>
                  <a:pt x="127100" y="302909"/>
                </a:lnTo>
                <a:lnTo>
                  <a:pt x="189325" y="302909"/>
                </a:lnTo>
                <a:lnTo>
                  <a:pt x="188978" y="328815"/>
                </a:lnTo>
                <a:lnTo>
                  <a:pt x="140718" y="328815"/>
                </a:lnTo>
                <a:lnTo>
                  <a:pt x="138898" y="330547"/>
                </a:lnTo>
                <a:lnTo>
                  <a:pt x="138898" y="334820"/>
                </a:lnTo>
                <a:lnTo>
                  <a:pt x="140718" y="336552"/>
                </a:lnTo>
                <a:lnTo>
                  <a:pt x="188180" y="336552"/>
                </a:lnTo>
                <a:lnTo>
                  <a:pt x="186439" y="344520"/>
                </a:lnTo>
                <a:lnTo>
                  <a:pt x="179897" y="353740"/>
                </a:lnTo>
                <a:lnTo>
                  <a:pt x="170187" y="359928"/>
                </a:lnTo>
                <a:lnTo>
                  <a:pt x="158202" y="362190"/>
                </a:lnTo>
                <a:close/>
              </a:path>
              <a:path w="314960" h="362585">
                <a:moveTo>
                  <a:pt x="188180" y="336552"/>
                </a:moveTo>
                <a:lnTo>
                  <a:pt x="175706" y="336552"/>
                </a:lnTo>
                <a:lnTo>
                  <a:pt x="177547" y="334820"/>
                </a:lnTo>
                <a:lnTo>
                  <a:pt x="177547" y="330547"/>
                </a:lnTo>
                <a:lnTo>
                  <a:pt x="175706" y="328815"/>
                </a:lnTo>
                <a:lnTo>
                  <a:pt x="188978" y="328815"/>
                </a:lnTo>
                <a:lnTo>
                  <a:pt x="188920" y="333164"/>
                </a:lnTo>
                <a:lnTo>
                  <a:pt x="188180" y="336552"/>
                </a:lnTo>
                <a:close/>
              </a:path>
            </a:pathLst>
          </a:custGeom>
          <a:solidFill>
            <a:srgbClr val="BE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46595" y="3055702"/>
            <a:ext cx="307340" cy="309880"/>
          </a:xfrm>
          <a:custGeom>
            <a:avLst/>
            <a:gdLst/>
            <a:ahLst/>
            <a:cxnLst/>
            <a:rect l="l" t="t" r="r" b="b"/>
            <a:pathLst>
              <a:path w="307339" h="309879">
                <a:moveTo>
                  <a:pt x="259675" y="31709"/>
                </a:moveTo>
                <a:lnTo>
                  <a:pt x="241517" y="31709"/>
                </a:lnTo>
                <a:lnTo>
                  <a:pt x="234130" y="24596"/>
                </a:lnTo>
                <a:lnTo>
                  <a:pt x="234130" y="7112"/>
                </a:lnTo>
                <a:lnTo>
                  <a:pt x="241517" y="0"/>
                </a:lnTo>
                <a:lnTo>
                  <a:pt x="259675" y="0"/>
                </a:lnTo>
                <a:lnTo>
                  <a:pt x="267060" y="7112"/>
                </a:lnTo>
                <a:lnTo>
                  <a:pt x="267060" y="24596"/>
                </a:lnTo>
                <a:lnTo>
                  <a:pt x="259675" y="31709"/>
                </a:lnTo>
                <a:close/>
              </a:path>
              <a:path w="307339" h="309879">
                <a:moveTo>
                  <a:pt x="108508" y="218580"/>
                </a:moveTo>
                <a:lnTo>
                  <a:pt x="68619" y="210995"/>
                </a:lnTo>
                <a:lnTo>
                  <a:pt x="34842" y="189201"/>
                </a:lnTo>
                <a:lnTo>
                  <a:pt x="12207" y="156678"/>
                </a:lnTo>
                <a:lnTo>
                  <a:pt x="4460" y="119561"/>
                </a:lnTo>
                <a:lnTo>
                  <a:pt x="4484" y="116749"/>
                </a:lnTo>
                <a:lnTo>
                  <a:pt x="21774" y="62648"/>
                </a:lnTo>
                <a:lnTo>
                  <a:pt x="50744" y="34755"/>
                </a:lnTo>
                <a:lnTo>
                  <a:pt x="88028" y="19885"/>
                </a:lnTo>
                <a:lnTo>
                  <a:pt x="108509" y="17959"/>
                </a:lnTo>
                <a:lnTo>
                  <a:pt x="128991" y="19885"/>
                </a:lnTo>
                <a:lnTo>
                  <a:pt x="148397" y="25544"/>
                </a:lnTo>
                <a:lnTo>
                  <a:pt x="166274" y="34755"/>
                </a:lnTo>
                <a:lnTo>
                  <a:pt x="171219" y="38669"/>
                </a:lnTo>
                <a:lnTo>
                  <a:pt x="108507" y="38669"/>
                </a:lnTo>
                <a:lnTo>
                  <a:pt x="92254" y="40198"/>
                </a:lnTo>
                <a:lnTo>
                  <a:pt x="50052" y="61984"/>
                </a:lnTo>
                <a:lnTo>
                  <a:pt x="25879" y="118270"/>
                </a:lnTo>
                <a:lnTo>
                  <a:pt x="31922" y="148239"/>
                </a:lnTo>
                <a:lnTo>
                  <a:pt x="62667" y="184540"/>
                </a:lnTo>
                <a:lnTo>
                  <a:pt x="108507" y="197870"/>
                </a:lnTo>
                <a:lnTo>
                  <a:pt x="171220" y="197870"/>
                </a:lnTo>
                <a:lnTo>
                  <a:pt x="166274" y="201784"/>
                </a:lnTo>
                <a:lnTo>
                  <a:pt x="148397" y="210995"/>
                </a:lnTo>
                <a:lnTo>
                  <a:pt x="128991" y="216654"/>
                </a:lnTo>
                <a:lnTo>
                  <a:pt x="108508" y="218580"/>
                </a:lnTo>
                <a:close/>
              </a:path>
              <a:path w="307339" h="309879">
                <a:moveTo>
                  <a:pt x="205407" y="69439"/>
                </a:moveTo>
                <a:lnTo>
                  <a:pt x="204767" y="68260"/>
                </a:lnTo>
                <a:lnTo>
                  <a:pt x="203408" y="65934"/>
                </a:lnTo>
                <a:lnTo>
                  <a:pt x="235090" y="30380"/>
                </a:lnTo>
                <a:lnTo>
                  <a:pt x="235995" y="31275"/>
                </a:lnTo>
                <a:lnTo>
                  <a:pt x="236982" y="32091"/>
                </a:lnTo>
                <a:lnTo>
                  <a:pt x="238039" y="32818"/>
                </a:lnTo>
                <a:lnTo>
                  <a:pt x="205407" y="69439"/>
                </a:lnTo>
                <a:close/>
              </a:path>
              <a:path w="307339" h="309879">
                <a:moveTo>
                  <a:pt x="171220" y="197870"/>
                </a:moveTo>
                <a:lnTo>
                  <a:pt x="108507" y="197870"/>
                </a:lnTo>
                <a:lnTo>
                  <a:pt x="124760" y="196341"/>
                </a:lnTo>
                <a:lnTo>
                  <a:pt x="140160" y="191850"/>
                </a:lnTo>
                <a:lnTo>
                  <a:pt x="177334" y="162407"/>
                </a:lnTo>
                <a:lnTo>
                  <a:pt x="191045" y="119561"/>
                </a:lnTo>
                <a:lnTo>
                  <a:pt x="191022" y="116749"/>
                </a:lnTo>
                <a:lnTo>
                  <a:pt x="189793" y="104640"/>
                </a:lnTo>
                <a:lnTo>
                  <a:pt x="189765" y="104365"/>
                </a:lnTo>
                <a:lnTo>
                  <a:pt x="189648" y="103202"/>
                </a:lnTo>
                <a:lnTo>
                  <a:pt x="189589" y="102620"/>
                </a:lnTo>
                <a:lnTo>
                  <a:pt x="185048" y="88185"/>
                </a:lnTo>
                <a:lnTo>
                  <a:pt x="154347" y="51998"/>
                </a:lnTo>
                <a:lnTo>
                  <a:pt x="108507" y="38669"/>
                </a:lnTo>
                <a:lnTo>
                  <a:pt x="171219" y="38669"/>
                </a:lnTo>
                <a:lnTo>
                  <a:pt x="182172" y="47339"/>
                </a:lnTo>
                <a:lnTo>
                  <a:pt x="205005" y="80485"/>
                </a:lnTo>
                <a:lnTo>
                  <a:pt x="212635" y="118270"/>
                </a:lnTo>
                <a:lnTo>
                  <a:pt x="205020" y="156036"/>
                </a:lnTo>
                <a:lnTo>
                  <a:pt x="182172" y="189201"/>
                </a:lnTo>
                <a:lnTo>
                  <a:pt x="171220" y="197870"/>
                </a:lnTo>
                <a:close/>
              </a:path>
              <a:path w="307339" h="309879">
                <a:moveTo>
                  <a:pt x="103587" y="89142"/>
                </a:moveTo>
                <a:lnTo>
                  <a:pt x="85429" y="89142"/>
                </a:lnTo>
                <a:lnTo>
                  <a:pt x="78044" y="82028"/>
                </a:lnTo>
                <a:lnTo>
                  <a:pt x="78045" y="64544"/>
                </a:lnTo>
                <a:lnTo>
                  <a:pt x="85430" y="57432"/>
                </a:lnTo>
                <a:lnTo>
                  <a:pt x="103587" y="57432"/>
                </a:lnTo>
                <a:lnTo>
                  <a:pt x="110974" y="64544"/>
                </a:lnTo>
                <a:lnTo>
                  <a:pt x="110974" y="82028"/>
                </a:lnTo>
                <a:lnTo>
                  <a:pt x="103587" y="89142"/>
                </a:lnTo>
                <a:close/>
              </a:path>
              <a:path w="307339" h="309879">
                <a:moveTo>
                  <a:pt x="267060" y="237640"/>
                </a:moveTo>
                <a:lnTo>
                  <a:pt x="234130" y="205931"/>
                </a:lnTo>
                <a:lnTo>
                  <a:pt x="234130" y="75782"/>
                </a:lnTo>
                <a:lnTo>
                  <a:pt x="267060" y="75782"/>
                </a:lnTo>
                <a:lnTo>
                  <a:pt x="267060" y="237640"/>
                </a:lnTo>
                <a:close/>
              </a:path>
              <a:path w="307339" h="309879">
                <a:moveTo>
                  <a:pt x="151823" y="97439"/>
                </a:moveTo>
                <a:lnTo>
                  <a:pt x="113787" y="82749"/>
                </a:lnTo>
                <a:lnTo>
                  <a:pt x="114374" y="81644"/>
                </a:lnTo>
                <a:lnTo>
                  <a:pt x="114863" y="80485"/>
                </a:lnTo>
                <a:lnTo>
                  <a:pt x="115240" y="79277"/>
                </a:lnTo>
                <a:lnTo>
                  <a:pt x="153276" y="93967"/>
                </a:lnTo>
                <a:lnTo>
                  <a:pt x="152689" y="95072"/>
                </a:lnTo>
                <a:lnTo>
                  <a:pt x="152199" y="96231"/>
                </a:lnTo>
                <a:lnTo>
                  <a:pt x="151823" y="97439"/>
                </a:lnTo>
                <a:close/>
              </a:path>
              <a:path w="307339" h="309879">
                <a:moveTo>
                  <a:pt x="36497" y="104365"/>
                </a:moveTo>
                <a:lnTo>
                  <a:pt x="36001" y="103202"/>
                </a:lnTo>
                <a:lnTo>
                  <a:pt x="35397" y="102092"/>
                </a:lnTo>
                <a:lnTo>
                  <a:pt x="34701" y="101046"/>
                </a:lnTo>
                <a:lnTo>
                  <a:pt x="74478" y="81182"/>
                </a:lnTo>
                <a:lnTo>
                  <a:pt x="74974" y="82344"/>
                </a:lnTo>
                <a:lnTo>
                  <a:pt x="75577" y="83453"/>
                </a:lnTo>
                <a:lnTo>
                  <a:pt x="76275" y="84501"/>
                </a:lnTo>
                <a:lnTo>
                  <a:pt x="36497" y="104365"/>
                </a:lnTo>
                <a:close/>
              </a:path>
              <a:path w="307339" h="309879">
                <a:moveTo>
                  <a:pt x="177974" y="119284"/>
                </a:moveTo>
                <a:lnTo>
                  <a:pt x="163476" y="119284"/>
                </a:lnTo>
                <a:lnTo>
                  <a:pt x="156090" y="112172"/>
                </a:lnTo>
                <a:lnTo>
                  <a:pt x="156090" y="94687"/>
                </a:lnTo>
                <a:lnTo>
                  <a:pt x="163476" y="87574"/>
                </a:lnTo>
                <a:lnTo>
                  <a:pt x="175208" y="87574"/>
                </a:lnTo>
                <a:lnTo>
                  <a:pt x="177716" y="88185"/>
                </a:lnTo>
                <a:lnTo>
                  <a:pt x="179687" y="89142"/>
                </a:lnTo>
                <a:lnTo>
                  <a:pt x="179885" y="89142"/>
                </a:lnTo>
                <a:lnTo>
                  <a:pt x="183193" y="96696"/>
                </a:lnTo>
                <a:lnTo>
                  <a:pt x="185114" y="104365"/>
                </a:lnTo>
                <a:lnTo>
                  <a:pt x="185183" y="104640"/>
                </a:lnTo>
                <a:lnTo>
                  <a:pt x="185608" y="110380"/>
                </a:lnTo>
                <a:lnTo>
                  <a:pt x="185661" y="111094"/>
                </a:lnTo>
                <a:lnTo>
                  <a:pt x="185741" y="112172"/>
                </a:lnTo>
                <a:lnTo>
                  <a:pt x="185791" y="112847"/>
                </a:lnTo>
                <a:lnTo>
                  <a:pt x="182789" y="116749"/>
                </a:lnTo>
                <a:lnTo>
                  <a:pt x="177974" y="119284"/>
                </a:lnTo>
                <a:close/>
              </a:path>
              <a:path w="307339" h="309879">
                <a:moveTo>
                  <a:pt x="31076" y="119561"/>
                </a:moveTo>
                <a:lnTo>
                  <a:pt x="31030" y="114892"/>
                </a:lnTo>
                <a:lnTo>
                  <a:pt x="31173" y="112847"/>
                </a:lnTo>
                <a:lnTo>
                  <a:pt x="31296" y="111094"/>
                </a:lnTo>
                <a:lnTo>
                  <a:pt x="31962" y="106900"/>
                </a:lnTo>
                <a:lnTo>
                  <a:pt x="32589" y="108576"/>
                </a:lnTo>
                <a:lnTo>
                  <a:pt x="32933" y="110380"/>
                </a:lnTo>
                <a:lnTo>
                  <a:pt x="32814" y="115329"/>
                </a:lnTo>
                <a:lnTo>
                  <a:pt x="32259" y="117375"/>
                </a:lnTo>
                <a:lnTo>
                  <a:pt x="31076" y="119561"/>
                </a:lnTo>
                <a:close/>
              </a:path>
              <a:path w="307339" h="309879">
                <a:moveTo>
                  <a:pt x="110974" y="192729"/>
                </a:moveTo>
                <a:lnTo>
                  <a:pt x="105424" y="192729"/>
                </a:lnTo>
                <a:lnTo>
                  <a:pt x="100592" y="192496"/>
                </a:lnTo>
                <a:lnTo>
                  <a:pt x="92846" y="191361"/>
                </a:lnTo>
                <a:lnTo>
                  <a:pt x="85315" y="189492"/>
                </a:lnTo>
                <a:lnTo>
                  <a:pt x="78044" y="186909"/>
                </a:lnTo>
                <a:lnTo>
                  <a:pt x="78044" y="133016"/>
                </a:lnTo>
                <a:lnTo>
                  <a:pt x="110974" y="133016"/>
                </a:lnTo>
                <a:lnTo>
                  <a:pt x="110974" y="192729"/>
                </a:lnTo>
                <a:close/>
              </a:path>
              <a:path w="307339" h="309879">
                <a:moveTo>
                  <a:pt x="156090" y="177167"/>
                </a:moveTo>
                <a:lnTo>
                  <a:pt x="156090" y="142627"/>
                </a:lnTo>
                <a:lnTo>
                  <a:pt x="181783" y="142627"/>
                </a:lnTo>
                <a:lnTo>
                  <a:pt x="158602" y="175278"/>
                </a:lnTo>
                <a:lnTo>
                  <a:pt x="156090" y="177167"/>
                </a:lnTo>
                <a:close/>
              </a:path>
              <a:path w="307339" h="309879">
                <a:moveTo>
                  <a:pt x="32933" y="243369"/>
                </a:moveTo>
                <a:lnTo>
                  <a:pt x="0" y="243369"/>
                </a:lnTo>
                <a:lnTo>
                  <a:pt x="0" y="163600"/>
                </a:lnTo>
                <a:lnTo>
                  <a:pt x="9738" y="163600"/>
                </a:lnTo>
                <a:lnTo>
                  <a:pt x="14063" y="171444"/>
                </a:lnTo>
                <a:lnTo>
                  <a:pt x="19089" y="178938"/>
                </a:lnTo>
                <a:lnTo>
                  <a:pt x="24798" y="186046"/>
                </a:lnTo>
                <a:lnTo>
                  <a:pt x="31177" y="192729"/>
                </a:lnTo>
                <a:lnTo>
                  <a:pt x="32933" y="194379"/>
                </a:lnTo>
                <a:lnTo>
                  <a:pt x="32933" y="243369"/>
                </a:lnTo>
                <a:close/>
              </a:path>
              <a:path w="307339" h="309879">
                <a:moveTo>
                  <a:pt x="187305" y="220384"/>
                </a:moveTo>
                <a:lnTo>
                  <a:pt x="171019" y="204702"/>
                </a:lnTo>
                <a:lnTo>
                  <a:pt x="176260" y="201171"/>
                </a:lnTo>
                <a:lnTo>
                  <a:pt x="181219" y="197175"/>
                </a:lnTo>
                <a:lnTo>
                  <a:pt x="190484" y="188254"/>
                </a:lnTo>
                <a:lnTo>
                  <a:pt x="194626" y="183471"/>
                </a:lnTo>
                <a:lnTo>
                  <a:pt x="198261" y="178450"/>
                </a:lnTo>
                <a:lnTo>
                  <a:pt x="214557" y="194141"/>
                </a:lnTo>
                <a:lnTo>
                  <a:pt x="187305" y="220384"/>
                </a:lnTo>
                <a:close/>
              </a:path>
              <a:path w="307339" h="309879">
                <a:moveTo>
                  <a:pt x="293789" y="309410"/>
                </a:moveTo>
                <a:lnTo>
                  <a:pt x="283040" y="309410"/>
                </a:lnTo>
                <a:lnTo>
                  <a:pt x="277346" y="307084"/>
                </a:lnTo>
                <a:lnTo>
                  <a:pt x="190969" y="223912"/>
                </a:lnTo>
                <a:lnTo>
                  <a:pt x="218221" y="197670"/>
                </a:lnTo>
                <a:lnTo>
                  <a:pt x="300385" y="276783"/>
                </a:lnTo>
                <a:lnTo>
                  <a:pt x="305157" y="283445"/>
                </a:lnTo>
                <a:lnTo>
                  <a:pt x="307011" y="290861"/>
                </a:lnTo>
                <a:lnTo>
                  <a:pt x="305904" y="298137"/>
                </a:lnTo>
                <a:lnTo>
                  <a:pt x="301788" y="304377"/>
                </a:lnTo>
                <a:lnTo>
                  <a:pt x="298417" y="307623"/>
                </a:lnTo>
                <a:lnTo>
                  <a:pt x="293789" y="309410"/>
                </a:lnTo>
                <a:close/>
              </a:path>
              <a:path w="307339" h="309879">
                <a:moveTo>
                  <a:pt x="189020" y="243369"/>
                </a:moveTo>
                <a:lnTo>
                  <a:pt x="156090" y="243369"/>
                </a:lnTo>
                <a:lnTo>
                  <a:pt x="156090" y="213134"/>
                </a:lnTo>
                <a:lnTo>
                  <a:pt x="159695" y="211454"/>
                </a:lnTo>
                <a:lnTo>
                  <a:pt x="163209" y="209583"/>
                </a:lnTo>
                <a:lnTo>
                  <a:pt x="166615" y="207519"/>
                </a:lnTo>
                <a:lnTo>
                  <a:pt x="189020" y="229092"/>
                </a:lnTo>
                <a:lnTo>
                  <a:pt x="189020" y="243369"/>
                </a:lnTo>
                <a:close/>
              </a:path>
              <a:path w="307339" h="309879">
                <a:moveTo>
                  <a:pt x="110974" y="243369"/>
                </a:moveTo>
                <a:lnTo>
                  <a:pt x="78044" y="243369"/>
                </a:lnTo>
                <a:lnTo>
                  <a:pt x="78044" y="219445"/>
                </a:lnTo>
                <a:lnTo>
                  <a:pt x="85458" y="221235"/>
                </a:lnTo>
                <a:lnTo>
                  <a:pt x="93021" y="222526"/>
                </a:lnTo>
                <a:lnTo>
                  <a:pt x="100711" y="223308"/>
                </a:lnTo>
                <a:lnTo>
                  <a:pt x="107614" y="223541"/>
                </a:lnTo>
                <a:lnTo>
                  <a:pt x="110974" y="223541"/>
                </a:lnTo>
                <a:lnTo>
                  <a:pt x="110974" y="243369"/>
                </a:lnTo>
                <a:close/>
              </a:path>
              <a:path w="307339" h="309879">
                <a:moveTo>
                  <a:pt x="246114" y="284068"/>
                </a:moveTo>
                <a:lnTo>
                  <a:pt x="0" y="284068"/>
                </a:lnTo>
                <a:lnTo>
                  <a:pt x="0" y="270414"/>
                </a:lnTo>
                <a:lnTo>
                  <a:pt x="231933" y="270414"/>
                </a:lnTo>
                <a:lnTo>
                  <a:pt x="246114" y="284068"/>
                </a:lnTo>
                <a:close/>
              </a:path>
            </a:pathLst>
          </a:custGeom>
          <a:solidFill>
            <a:srgbClr val="BE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62296" y="1712200"/>
            <a:ext cx="374650" cy="366395"/>
          </a:xfrm>
          <a:custGeom>
            <a:avLst/>
            <a:gdLst/>
            <a:ahLst/>
            <a:cxnLst/>
            <a:rect l="l" t="t" r="r" b="b"/>
            <a:pathLst>
              <a:path w="374650" h="366394">
                <a:moveTo>
                  <a:pt x="196024" y="147269"/>
                </a:moveTo>
                <a:lnTo>
                  <a:pt x="96634" y="118618"/>
                </a:lnTo>
                <a:lnTo>
                  <a:pt x="80721" y="147726"/>
                </a:lnTo>
                <a:lnTo>
                  <a:pt x="79794" y="149580"/>
                </a:lnTo>
                <a:lnTo>
                  <a:pt x="79705" y="151460"/>
                </a:lnTo>
                <a:lnTo>
                  <a:pt x="80962" y="154419"/>
                </a:lnTo>
                <a:lnTo>
                  <a:pt x="82092" y="156311"/>
                </a:lnTo>
                <a:lnTo>
                  <a:pt x="169672" y="183261"/>
                </a:lnTo>
                <a:lnTo>
                  <a:pt x="172224" y="182308"/>
                </a:lnTo>
                <a:lnTo>
                  <a:pt x="196024" y="147269"/>
                </a:lnTo>
                <a:close/>
              </a:path>
              <a:path w="374650" h="366394">
                <a:moveTo>
                  <a:pt x="199923" y="165100"/>
                </a:moveTo>
                <a:lnTo>
                  <a:pt x="181178" y="192722"/>
                </a:lnTo>
                <a:lnTo>
                  <a:pt x="175628" y="195656"/>
                </a:lnTo>
                <a:lnTo>
                  <a:pt x="166446" y="195656"/>
                </a:lnTo>
                <a:lnTo>
                  <a:pt x="164465" y="195351"/>
                </a:lnTo>
                <a:lnTo>
                  <a:pt x="99961" y="175488"/>
                </a:lnTo>
                <a:lnTo>
                  <a:pt x="99961" y="219125"/>
                </a:lnTo>
                <a:lnTo>
                  <a:pt x="107403" y="215582"/>
                </a:lnTo>
                <a:lnTo>
                  <a:pt x="115201" y="214414"/>
                </a:lnTo>
                <a:lnTo>
                  <a:pt x="199923" y="227495"/>
                </a:lnTo>
                <a:lnTo>
                  <a:pt x="199923" y="214414"/>
                </a:lnTo>
                <a:lnTo>
                  <a:pt x="199923" y="195656"/>
                </a:lnTo>
                <a:lnTo>
                  <a:pt x="199923" y="165100"/>
                </a:lnTo>
                <a:close/>
              </a:path>
              <a:path w="374650" h="366394">
                <a:moveTo>
                  <a:pt x="225679" y="12"/>
                </a:moveTo>
                <a:lnTo>
                  <a:pt x="187515" y="12"/>
                </a:lnTo>
                <a:lnTo>
                  <a:pt x="206590" y="22428"/>
                </a:lnTo>
                <a:lnTo>
                  <a:pt x="225679" y="12"/>
                </a:lnTo>
                <a:close/>
              </a:path>
              <a:path w="374650" h="366394">
                <a:moveTo>
                  <a:pt x="252882" y="286880"/>
                </a:moveTo>
                <a:lnTo>
                  <a:pt x="193052" y="286880"/>
                </a:lnTo>
                <a:lnTo>
                  <a:pt x="218490" y="305803"/>
                </a:lnTo>
                <a:lnTo>
                  <a:pt x="219544" y="306578"/>
                </a:lnTo>
                <a:lnTo>
                  <a:pt x="221068" y="306578"/>
                </a:lnTo>
                <a:lnTo>
                  <a:pt x="252882" y="286880"/>
                </a:lnTo>
                <a:close/>
              </a:path>
              <a:path w="374650" h="366394">
                <a:moveTo>
                  <a:pt x="261912" y="26085"/>
                </a:moveTo>
                <a:lnTo>
                  <a:pt x="246545" y="546"/>
                </a:lnTo>
                <a:lnTo>
                  <a:pt x="246151" y="190"/>
                </a:lnTo>
                <a:lnTo>
                  <a:pt x="245681" y="0"/>
                </a:lnTo>
                <a:lnTo>
                  <a:pt x="243039" y="0"/>
                </a:lnTo>
                <a:lnTo>
                  <a:pt x="220840" y="26085"/>
                </a:lnTo>
                <a:lnTo>
                  <a:pt x="261912" y="26085"/>
                </a:lnTo>
                <a:close/>
              </a:path>
              <a:path w="374650" h="366394">
                <a:moveTo>
                  <a:pt x="295960" y="110947"/>
                </a:moveTo>
                <a:lnTo>
                  <a:pt x="236969" y="94513"/>
                </a:lnTo>
                <a:lnTo>
                  <a:pt x="219049" y="117665"/>
                </a:lnTo>
                <a:lnTo>
                  <a:pt x="216382" y="121475"/>
                </a:lnTo>
                <a:lnTo>
                  <a:pt x="211670" y="123888"/>
                </a:lnTo>
                <a:lnTo>
                  <a:pt x="201206" y="123888"/>
                </a:lnTo>
                <a:lnTo>
                  <a:pt x="197065" y="121780"/>
                </a:lnTo>
                <a:lnTo>
                  <a:pt x="193967" y="117449"/>
                </a:lnTo>
                <a:lnTo>
                  <a:pt x="176212" y="94475"/>
                </a:lnTo>
                <a:lnTo>
                  <a:pt x="117221" y="110947"/>
                </a:lnTo>
                <a:lnTo>
                  <a:pt x="206590" y="136728"/>
                </a:lnTo>
                <a:lnTo>
                  <a:pt x="251091" y="123888"/>
                </a:lnTo>
                <a:lnTo>
                  <a:pt x="295960" y="110947"/>
                </a:lnTo>
                <a:close/>
              </a:path>
              <a:path w="374650" h="366394">
                <a:moveTo>
                  <a:pt x="313232" y="175488"/>
                </a:moveTo>
                <a:lnTo>
                  <a:pt x="246684" y="195973"/>
                </a:lnTo>
                <a:lnTo>
                  <a:pt x="242189" y="195973"/>
                </a:lnTo>
                <a:lnTo>
                  <a:pt x="233807" y="193014"/>
                </a:lnTo>
                <a:lnTo>
                  <a:pt x="230454" y="190423"/>
                </a:lnTo>
                <a:lnTo>
                  <a:pt x="227965" y="186740"/>
                </a:lnTo>
                <a:lnTo>
                  <a:pt x="213258" y="165100"/>
                </a:lnTo>
                <a:lnTo>
                  <a:pt x="213258" y="229552"/>
                </a:lnTo>
                <a:lnTo>
                  <a:pt x="274434" y="239026"/>
                </a:lnTo>
                <a:lnTo>
                  <a:pt x="282308" y="241592"/>
                </a:lnTo>
                <a:lnTo>
                  <a:pt x="288683" y="246367"/>
                </a:lnTo>
                <a:lnTo>
                  <a:pt x="293103" y="252907"/>
                </a:lnTo>
                <a:lnTo>
                  <a:pt x="295160" y="260692"/>
                </a:lnTo>
                <a:lnTo>
                  <a:pt x="313232" y="249516"/>
                </a:lnTo>
                <a:lnTo>
                  <a:pt x="313232" y="195973"/>
                </a:lnTo>
                <a:lnTo>
                  <a:pt x="313232" y="175488"/>
                </a:lnTo>
                <a:close/>
              </a:path>
              <a:path w="374650" h="366394">
                <a:moveTo>
                  <a:pt x="333489" y="151460"/>
                </a:moveTo>
                <a:lnTo>
                  <a:pt x="333425" y="149580"/>
                </a:lnTo>
                <a:lnTo>
                  <a:pt x="332460" y="147726"/>
                </a:lnTo>
                <a:lnTo>
                  <a:pt x="316560" y="118618"/>
                </a:lnTo>
                <a:lnTo>
                  <a:pt x="217195" y="147269"/>
                </a:lnTo>
                <a:lnTo>
                  <a:pt x="217474" y="147726"/>
                </a:lnTo>
                <a:lnTo>
                  <a:pt x="239102" y="179578"/>
                </a:lnTo>
                <a:lnTo>
                  <a:pt x="240906" y="182308"/>
                </a:lnTo>
                <a:lnTo>
                  <a:pt x="240766" y="182308"/>
                </a:lnTo>
                <a:lnTo>
                  <a:pt x="243408" y="183261"/>
                </a:lnTo>
                <a:lnTo>
                  <a:pt x="243560" y="183261"/>
                </a:lnTo>
                <a:lnTo>
                  <a:pt x="330492" y="156514"/>
                </a:lnTo>
                <a:lnTo>
                  <a:pt x="331876" y="155270"/>
                </a:lnTo>
                <a:lnTo>
                  <a:pt x="333489" y="151460"/>
                </a:lnTo>
                <a:close/>
              </a:path>
              <a:path w="374650" h="366394">
                <a:moveTo>
                  <a:pt x="374218" y="241071"/>
                </a:moveTo>
                <a:lnTo>
                  <a:pt x="370840" y="237401"/>
                </a:lnTo>
                <a:lnTo>
                  <a:pt x="369328" y="235864"/>
                </a:lnTo>
                <a:lnTo>
                  <a:pt x="367512" y="234988"/>
                </a:lnTo>
                <a:lnTo>
                  <a:pt x="367334" y="234988"/>
                </a:lnTo>
                <a:lnTo>
                  <a:pt x="363448" y="234543"/>
                </a:lnTo>
                <a:lnTo>
                  <a:pt x="361543" y="234988"/>
                </a:lnTo>
                <a:lnTo>
                  <a:pt x="359803" y="236105"/>
                </a:lnTo>
                <a:lnTo>
                  <a:pt x="226314" y="318744"/>
                </a:lnTo>
                <a:lnTo>
                  <a:pt x="223227" y="319557"/>
                </a:lnTo>
                <a:lnTo>
                  <a:pt x="222681" y="319557"/>
                </a:lnTo>
                <a:lnTo>
                  <a:pt x="216293" y="319290"/>
                </a:lnTo>
                <a:lnTo>
                  <a:pt x="213207" y="318198"/>
                </a:lnTo>
                <a:lnTo>
                  <a:pt x="171043" y="286880"/>
                </a:lnTo>
                <a:lnTo>
                  <a:pt x="138087" y="286880"/>
                </a:lnTo>
                <a:lnTo>
                  <a:pt x="136563" y="286270"/>
                </a:lnTo>
                <a:lnTo>
                  <a:pt x="133972" y="283730"/>
                </a:lnTo>
                <a:lnTo>
                  <a:pt x="133299" y="282181"/>
                </a:lnTo>
                <a:lnTo>
                  <a:pt x="133286" y="276771"/>
                </a:lnTo>
                <a:lnTo>
                  <a:pt x="136283" y="273850"/>
                </a:lnTo>
                <a:lnTo>
                  <a:pt x="276885" y="273850"/>
                </a:lnTo>
                <a:lnTo>
                  <a:pt x="281940" y="268909"/>
                </a:lnTo>
                <a:lnTo>
                  <a:pt x="281825" y="257213"/>
                </a:lnTo>
                <a:lnTo>
                  <a:pt x="277926" y="252755"/>
                </a:lnTo>
                <a:lnTo>
                  <a:pt x="121310" y="228485"/>
                </a:lnTo>
                <a:lnTo>
                  <a:pt x="115697" y="227672"/>
                </a:lnTo>
                <a:lnTo>
                  <a:pt x="110629" y="228485"/>
                </a:lnTo>
                <a:lnTo>
                  <a:pt x="110210" y="228485"/>
                </a:lnTo>
                <a:lnTo>
                  <a:pt x="104940" y="231178"/>
                </a:lnTo>
                <a:lnTo>
                  <a:pt x="65138" y="252412"/>
                </a:lnTo>
                <a:lnTo>
                  <a:pt x="57683" y="254279"/>
                </a:lnTo>
                <a:lnTo>
                  <a:pt x="2997" y="254279"/>
                </a:lnTo>
                <a:lnTo>
                  <a:pt x="0" y="257213"/>
                </a:lnTo>
                <a:lnTo>
                  <a:pt x="0" y="316623"/>
                </a:lnTo>
                <a:lnTo>
                  <a:pt x="2959" y="319557"/>
                </a:lnTo>
                <a:lnTo>
                  <a:pt x="57391" y="319557"/>
                </a:lnTo>
                <a:lnTo>
                  <a:pt x="63538" y="320497"/>
                </a:lnTo>
                <a:lnTo>
                  <a:pt x="208280" y="366128"/>
                </a:lnTo>
                <a:lnTo>
                  <a:pt x="215074" y="364998"/>
                </a:lnTo>
                <a:lnTo>
                  <a:pt x="373837" y="247053"/>
                </a:lnTo>
                <a:lnTo>
                  <a:pt x="374218" y="241071"/>
                </a:lnTo>
                <a:close/>
              </a:path>
            </a:pathLst>
          </a:custGeom>
          <a:solidFill>
            <a:srgbClr val="BE20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2397" y="1712200"/>
            <a:ext cx="112959" cy="1035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190" y="1386509"/>
            <a:ext cx="350123" cy="37515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86918" y="3055703"/>
            <a:ext cx="348670" cy="33243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8698467" y="1712205"/>
            <a:ext cx="301625" cy="283210"/>
            <a:chOff x="8698467" y="1712205"/>
            <a:chExt cx="301625" cy="28321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66463" y="1713926"/>
              <a:ext cx="133046" cy="2233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98467" y="1712205"/>
              <a:ext cx="256540" cy="283210"/>
            </a:xfrm>
            <a:custGeom>
              <a:avLst/>
              <a:gdLst/>
              <a:ahLst/>
              <a:cxnLst/>
              <a:rect l="l" t="t" r="r" b="b"/>
              <a:pathLst>
                <a:path w="256540" h="283210">
                  <a:moveTo>
                    <a:pt x="150539" y="282645"/>
                  </a:moveTo>
                  <a:lnTo>
                    <a:pt x="102960" y="275448"/>
                  </a:lnTo>
                  <a:lnTo>
                    <a:pt x="61636" y="255403"/>
                  </a:lnTo>
                  <a:lnTo>
                    <a:pt x="29049" y="224835"/>
                  </a:lnTo>
                  <a:lnTo>
                    <a:pt x="7677" y="186069"/>
                  </a:lnTo>
                  <a:lnTo>
                    <a:pt x="0" y="141433"/>
                  </a:lnTo>
                  <a:lnTo>
                    <a:pt x="7054" y="98882"/>
                  </a:lnTo>
                  <a:lnTo>
                    <a:pt x="27225" y="60311"/>
                  </a:lnTo>
                  <a:lnTo>
                    <a:pt x="57989" y="29951"/>
                  </a:lnTo>
                  <a:lnTo>
                    <a:pt x="97281" y="9263"/>
                  </a:lnTo>
                  <a:lnTo>
                    <a:pt x="142924" y="397"/>
                  </a:lnTo>
                  <a:lnTo>
                    <a:pt x="148804" y="0"/>
                  </a:lnTo>
                  <a:lnTo>
                    <a:pt x="154166" y="4832"/>
                  </a:lnTo>
                  <a:lnTo>
                    <a:pt x="154095" y="86271"/>
                  </a:lnTo>
                  <a:lnTo>
                    <a:pt x="65994" y="86271"/>
                  </a:lnTo>
                  <a:lnTo>
                    <a:pt x="57504" y="87891"/>
                  </a:lnTo>
                  <a:lnTo>
                    <a:pt x="50467" y="92316"/>
                  </a:lnTo>
                  <a:lnTo>
                    <a:pt x="45731" y="98882"/>
                  </a:lnTo>
                  <a:lnTo>
                    <a:pt x="43985" y="106924"/>
                  </a:lnTo>
                  <a:lnTo>
                    <a:pt x="45711" y="114968"/>
                  </a:lnTo>
                  <a:lnTo>
                    <a:pt x="50428" y="121539"/>
                  </a:lnTo>
                  <a:lnTo>
                    <a:pt x="57429" y="125970"/>
                  </a:lnTo>
                  <a:lnTo>
                    <a:pt x="66017" y="127598"/>
                  </a:lnTo>
                  <a:lnTo>
                    <a:pt x="154059" y="127598"/>
                  </a:lnTo>
                  <a:lnTo>
                    <a:pt x="154053" y="134240"/>
                  </a:lnTo>
                  <a:lnTo>
                    <a:pt x="65994" y="134240"/>
                  </a:lnTo>
                  <a:lnTo>
                    <a:pt x="46020" y="137993"/>
                  </a:lnTo>
                  <a:lnTo>
                    <a:pt x="29539" y="148226"/>
                  </a:lnTo>
                  <a:lnTo>
                    <a:pt x="18209" y="163403"/>
                  </a:lnTo>
                  <a:lnTo>
                    <a:pt x="13688" y="181987"/>
                  </a:lnTo>
                  <a:lnTo>
                    <a:pt x="19490" y="196309"/>
                  </a:lnTo>
                  <a:lnTo>
                    <a:pt x="26970" y="209874"/>
                  </a:lnTo>
                  <a:lnTo>
                    <a:pt x="36046" y="222551"/>
                  </a:lnTo>
                  <a:lnTo>
                    <a:pt x="46638" y="234214"/>
                  </a:lnTo>
                  <a:lnTo>
                    <a:pt x="254508" y="234214"/>
                  </a:lnTo>
                  <a:lnTo>
                    <a:pt x="254960" y="234621"/>
                  </a:lnTo>
                  <a:lnTo>
                    <a:pt x="159144" y="234621"/>
                  </a:lnTo>
                  <a:lnTo>
                    <a:pt x="140788" y="234821"/>
                  </a:lnTo>
                  <a:lnTo>
                    <a:pt x="124504" y="241382"/>
                  </a:lnTo>
                  <a:lnTo>
                    <a:pt x="112030" y="253192"/>
                  </a:lnTo>
                  <a:lnTo>
                    <a:pt x="105115" y="269120"/>
                  </a:lnTo>
                  <a:lnTo>
                    <a:pt x="116175" y="272133"/>
                  </a:lnTo>
                  <a:lnTo>
                    <a:pt x="127509" y="274294"/>
                  </a:lnTo>
                  <a:lnTo>
                    <a:pt x="138974" y="275593"/>
                  </a:lnTo>
                  <a:lnTo>
                    <a:pt x="150521" y="276026"/>
                  </a:lnTo>
                  <a:lnTo>
                    <a:pt x="194038" y="276026"/>
                  </a:lnTo>
                  <a:lnTo>
                    <a:pt x="178151" y="280248"/>
                  </a:lnTo>
                  <a:lnTo>
                    <a:pt x="150539" y="282645"/>
                  </a:lnTo>
                  <a:close/>
                </a:path>
                <a:path w="256540" h="283210">
                  <a:moveTo>
                    <a:pt x="154059" y="127598"/>
                  </a:moveTo>
                  <a:lnTo>
                    <a:pt x="66017" y="127598"/>
                  </a:lnTo>
                  <a:lnTo>
                    <a:pt x="74590" y="125970"/>
                  </a:lnTo>
                  <a:lnTo>
                    <a:pt x="81588" y="121539"/>
                  </a:lnTo>
                  <a:lnTo>
                    <a:pt x="86305" y="114968"/>
                  </a:lnTo>
                  <a:lnTo>
                    <a:pt x="88031" y="106924"/>
                  </a:lnTo>
                  <a:lnTo>
                    <a:pt x="86296" y="98882"/>
                  </a:lnTo>
                  <a:lnTo>
                    <a:pt x="81571" y="92316"/>
                  </a:lnTo>
                  <a:lnTo>
                    <a:pt x="74568" y="87891"/>
                  </a:lnTo>
                  <a:lnTo>
                    <a:pt x="65994" y="86271"/>
                  </a:lnTo>
                  <a:lnTo>
                    <a:pt x="154095" y="86271"/>
                  </a:lnTo>
                  <a:lnTo>
                    <a:pt x="154059" y="127598"/>
                  </a:lnTo>
                  <a:close/>
                </a:path>
                <a:path w="256540" h="283210">
                  <a:moveTo>
                    <a:pt x="254508" y="234214"/>
                  </a:moveTo>
                  <a:lnTo>
                    <a:pt x="46638" y="234214"/>
                  </a:lnTo>
                  <a:lnTo>
                    <a:pt x="116042" y="169102"/>
                  </a:lnTo>
                  <a:lnTo>
                    <a:pt x="108642" y="154914"/>
                  </a:lnTo>
                  <a:lnTo>
                    <a:pt x="97059" y="143885"/>
                  </a:lnTo>
                  <a:lnTo>
                    <a:pt x="82456" y="136749"/>
                  </a:lnTo>
                  <a:lnTo>
                    <a:pt x="65994" y="134240"/>
                  </a:lnTo>
                  <a:lnTo>
                    <a:pt x="154053" y="134240"/>
                  </a:lnTo>
                  <a:lnTo>
                    <a:pt x="154048" y="140065"/>
                  </a:lnTo>
                  <a:lnTo>
                    <a:pt x="208425" y="191078"/>
                  </a:lnTo>
                  <a:lnTo>
                    <a:pt x="150521" y="191078"/>
                  </a:lnTo>
                  <a:lnTo>
                    <a:pt x="143023" y="192498"/>
                  </a:lnTo>
                  <a:lnTo>
                    <a:pt x="136998" y="196309"/>
                  </a:lnTo>
                  <a:lnTo>
                    <a:pt x="132772" y="202115"/>
                  </a:lnTo>
                  <a:lnTo>
                    <a:pt x="131259" y="209148"/>
                  </a:lnTo>
                  <a:lnTo>
                    <a:pt x="132772" y="216182"/>
                  </a:lnTo>
                  <a:lnTo>
                    <a:pt x="136901" y="221927"/>
                  </a:lnTo>
                  <a:lnTo>
                    <a:pt x="143023" y="225799"/>
                  </a:lnTo>
                  <a:lnTo>
                    <a:pt x="150521" y="227220"/>
                  </a:lnTo>
                  <a:lnTo>
                    <a:pt x="246949" y="227220"/>
                  </a:lnTo>
                  <a:lnTo>
                    <a:pt x="251841" y="231809"/>
                  </a:lnTo>
                  <a:lnTo>
                    <a:pt x="254508" y="234214"/>
                  </a:lnTo>
                  <a:close/>
                </a:path>
                <a:path w="256540" h="283210">
                  <a:moveTo>
                    <a:pt x="246949" y="227220"/>
                  </a:moveTo>
                  <a:lnTo>
                    <a:pt x="150521" y="227220"/>
                  </a:lnTo>
                  <a:lnTo>
                    <a:pt x="158019" y="225799"/>
                  </a:lnTo>
                  <a:lnTo>
                    <a:pt x="164141" y="221927"/>
                  </a:lnTo>
                  <a:lnTo>
                    <a:pt x="168269" y="216182"/>
                  </a:lnTo>
                  <a:lnTo>
                    <a:pt x="169783" y="209148"/>
                  </a:lnTo>
                  <a:lnTo>
                    <a:pt x="168258" y="202115"/>
                  </a:lnTo>
                  <a:lnTo>
                    <a:pt x="164022" y="196309"/>
                  </a:lnTo>
                  <a:lnTo>
                    <a:pt x="157974" y="192498"/>
                  </a:lnTo>
                  <a:lnTo>
                    <a:pt x="150521" y="191078"/>
                  </a:lnTo>
                  <a:lnTo>
                    <a:pt x="208425" y="191078"/>
                  </a:lnTo>
                  <a:lnTo>
                    <a:pt x="246949" y="227220"/>
                  </a:lnTo>
                  <a:close/>
                </a:path>
                <a:path w="256540" h="283210">
                  <a:moveTo>
                    <a:pt x="194038" y="276026"/>
                  </a:moveTo>
                  <a:lnTo>
                    <a:pt x="150521" y="276026"/>
                  </a:lnTo>
                  <a:lnTo>
                    <a:pt x="162082" y="275593"/>
                  </a:lnTo>
                  <a:lnTo>
                    <a:pt x="173526" y="274294"/>
                  </a:lnTo>
                  <a:lnTo>
                    <a:pt x="184833" y="272133"/>
                  </a:lnTo>
                  <a:lnTo>
                    <a:pt x="195936" y="269120"/>
                  </a:lnTo>
                  <a:lnTo>
                    <a:pt x="191312" y="256815"/>
                  </a:lnTo>
                  <a:lnTo>
                    <a:pt x="183203" y="246555"/>
                  </a:lnTo>
                  <a:lnTo>
                    <a:pt x="172262" y="238952"/>
                  </a:lnTo>
                  <a:lnTo>
                    <a:pt x="159144" y="234621"/>
                  </a:lnTo>
                  <a:lnTo>
                    <a:pt x="254960" y="234621"/>
                  </a:lnTo>
                  <a:lnTo>
                    <a:pt x="256074" y="235626"/>
                  </a:lnTo>
                  <a:lnTo>
                    <a:pt x="255957" y="241382"/>
                  </a:lnTo>
                  <a:lnTo>
                    <a:pt x="255933" y="242598"/>
                  </a:lnTo>
                  <a:lnTo>
                    <a:pt x="251464" y="246195"/>
                  </a:lnTo>
                  <a:lnTo>
                    <a:pt x="229267" y="261787"/>
                  </a:lnTo>
                  <a:lnTo>
                    <a:pt x="204611" y="273216"/>
                  </a:lnTo>
                  <a:lnTo>
                    <a:pt x="194038" y="276026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9662" y="4715380"/>
            <a:ext cx="247389" cy="246445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313228" y="1305085"/>
          <a:ext cx="8218805" cy="4293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1105"/>
                <a:gridCol w="2002789"/>
                <a:gridCol w="830580"/>
                <a:gridCol w="822325"/>
                <a:gridCol w="2002790"/>
                <a:gridCol w="1229359"/>
              </a:tblGrid>
              <a:tr h="671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900"/>
                        </a:lnSpc>
                      </a:pP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Solution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80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75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website/app</a:t>
                      </a:r>
                      <a:r>
                        <a:rPr dirty="0" sz="7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dirty="0" sz="7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students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19050">
                      <a:solidFill>
                        <a:srgbClr val="BEBEBE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dirty="0" sz="750" spc="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Unfair</a:t>
                      </a:r>
                      <a:r>
                        <a:rPr dirty="0" sz="750" spc="21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Advantage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05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75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growing</a:t>
                      </a:r>
                      <a:r>
                        <a:rPr dirty="0" sz="7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7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syllabus-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19050">
                      <a:solidFill>
                        <a:srgbClr val="BEBEB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</a:tr>
              <a:tr h="711835">
                <a:tc>
                  <a:txBody>
                    <a:bodyPr/>
                    <a:lstStyle/>
                    <a:p>
                      <a:pPr algn="ctr" marL="5080">
                        <a:lnSpc>
                          <a:spcPts val="900"/>
                        </a:lnSpc>
                        <a:spcBef>
                          <a:spcPts val="439"/>
                        </a:spcBef>
                      </a:pP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865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Students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271780" marR="259715">
                        <a:lnSpc>
                          <a:spcPts val="830"/>
                        </a:lnSpc>
                        <a:spcBef>
                          <a:spcPts val="50"/>
                        </a:spcBef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struggle</a:t>
                      </a:r>
                      <a:r>
                        <a:rPr dirty="0" sz="7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7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reliable,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79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syllabus-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805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75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study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72415" marR="256540">
                        <a:lnSpc>
                          <a:spcPts val="830"/>
                        </a:lnSpc>
                        <a:spcBef>
                          <a:spcPts val="10"/>
                        </a:spcBef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7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organized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notes,</a:t>
                      </a:r>
                      <a:r>
                        <a:rPr dirty="0" sz="7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pyqs,</a:t>
                      </a:r>
                      <a:r>
                        <a:rPr dirty="0" sz="7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7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resources,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 all</a:t>
                      </a:r>
                      <a:r>
                        <a:rPr dirty="0" sz="7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verified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categorized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by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825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dirty="0" sz="7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subject.</a:t>
                      </a:r>
                      <a:r>
                        <a:rPr dirty="0" sz="7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(centralized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900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75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material</a:t>
                      </a:r>
                      <a:r>
                        <a:rPr dirty="0" sz="75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platform)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just" marL="558165" marR="510540" indent="-381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dirty="0" sz="750" spc="34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dirty="0" sz="750" spc="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Proposition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just" marL="306070" marR="296545" indent="6350">
                        <a:lnSpc>
                          <a:spcPts val="830"/>
                        </a:lnSpc>
                        <a:spcBef>
                          <a:spcPts val="20"/>
                        </a:spcBef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reliable,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syllabus-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aligned</a:t>
                      </a:r>
                      <a:r>
                        <a:rPr dirty="0" sz="75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75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resources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faster,</a:t>
                      </a:r>
                      <a:r>
                        <a:rPr dirty="0" sz="7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7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7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75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place.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linked</a:t>
                      </a:r>
                      <a:r>
                        <a:rPr dirty="0" sz="75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resources,</a:t>
                      </a:r>
                      <a:r>
                        <a:rPr dirty="0" sz="75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student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315595" marR="312420">
                        <a:lnSpc>
                          <a:spcPts val="830"/>
                        </a:lnSpc>
                        <a:spcBef>
                          <a:spcPts val="50"/>
                        </a:spcBef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feedback,</a:t>
                      </a:r>
                      <a:r>
                        <a:rPr dirty="0" sz="7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usage</a:t>
                      </a:r>
                      <a:r>
                        <a:rPr dirty="0" sz="7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insights,</a:t>
                      </a:r>
                      <a:r>
                        <a:rPr dirty="0" sz="7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 personalized</a:t>
                      </a:r>
                      <a:r>
                        <a:rPr dirty="0" sz="750" spc="3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recommendations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7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content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315595" marR="312420">
                        <a:lnSpc>
                          <a:spcPts val="830"/>
                        </a:lnSpc>
                        <a:spcBef>
                          <a:spcPts val="75"/>
                        </a:spcBef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advantage</a:t>
                      </a:r>
                      <a:r>
                        <a:rPr dirty="0" sz="75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75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becomes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harder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7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replicate.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just" marL="189230" marR="172085" indent="-19685">
                        <a:lnSpc>
                          <a:spcPct val="96200"/>
                        </a:lnSpc>
                        <a:spcBef>
                          <a:spcPts val="470"/>
                        </a:spcBef>
                      </a:pPr>
                      <a:r>
                        <a:rPr dirty="0" sz="750" spc="2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dirty="0" sz="750" spc="27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dirty="0" sz="750" spc="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School</a:t>
                      </a:r>
                      <a:r>
                        <a:rPr dirty="0" sz="75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college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students</a:t>
                      </a:r>
                      <a:r>
                        <a:rPr dirty="0" sz="7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India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R="1270">
                        <a:lnSpc>
                          <a:spcPts val="800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seeking</a:t>
                      </a:r>
                      <a:r>
                        <a:rPr dirty="0" sz="75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syllabus-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79375" marR="80645" indent="-635">
                        <a:lnSpc>
                          <a:spcPts val="830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75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75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material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preparation,Educational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 algn="ctr" marL="5080">
                        <a:lnSpc>
                          <a:spcPts val="765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materials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76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institutions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for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 algn="ctr" marL="5080">
                        <a:lnSpc>
                          <a:spcPts val="735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because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73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7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centralized</a:t>
                      </a:r>
                      <a:r>
                        <a:rPr dirty="0" sz="7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resource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36830">
                <a:tc rowSpan="2">
                  <a:txBody>
                    <a:bodyPr/>
                    <a:lstStyle/>
                    <a:p>
                      <a:pPr marL="262255" marR="249554" indent="59690">
                        <a:lnSpc>
                          <a:spcPts val="830"/>
                        </a:lnSpc>
                        <a:spcBef>
                          <a:spcPts val="10"/>
                        </a:spcBef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resources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scattered</a:t>
                      </a:r>
                      <a:r>
                        <a:rPr dirty="0" sz="750" spc="3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across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87985" marR="374650" indent="41910">
                        <a:lnSpc>
                          <a:spcPts val="830"/>
                        </a:lnSpc>
                        <a:spcBef>
                          <a:spcPts val="10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7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platforms.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38100">
                      <a:solidFill>
                        <a:srgbClr val="BEBEBE"/>
                      </a:solidFill>
                      <a:prstDash val="soli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38100">
                      <a:solidFill>
                        <a:srgbClr val="BEBEB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7314">
                        <a:lnSpc>
                          <a:spcPts val="82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students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43560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7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16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19"/>
                        </a:lnSpc>
                      </a:pPr>
                      <a:r>
                        <a:rPr dirty="0" sz="7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750" spc="18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Metric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Channels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765"/>
                        </a:lnSpc>
                      </a:pPr>
                      <a:r>
                        <a:rPr dirty="0" sz="750" spc="3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7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30">
                          <a:latin typeface="Times New Roman"/>
                          <a:cs typeface="Times New Roman"/>
                        </a:rPr>
                        <a:t>registrations,</a:t>
                      </a:r>
                      <a:r>
                        <a:rPr dirty="0" sz="75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monthly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7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mobile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73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dirty="0" sz="750" spc="2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users,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retention,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searches,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platforms,</a:t>
                      </a:r>
                      <a:r>
                        <a:rPr dirty="0" sz="75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college</a:t>
                      </a:r>
                      <a:r>
                        <a:rPr dirty="0" sz="750" spc="25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partnerships,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735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dirty="0" sz="750" spc="3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views/downloads,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</a:pPr>
                      <a:r>
                        <a:rPr dirty="0" sz="750" spc="3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30">
                          <a:latin typeface="Times New Roman"/>
                          <a:cs typeface="Times New Roman"/>
                        </a:rPr>
                        <a:t>ambassadors,</a:t>
                      </a:r>
                      <a:r>
                        <a:rPr dirty="0" sz="75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campus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73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premium</a:t>
                      </a:r>
                      <a:r>
                        <a:rPr dirty="0" sz="75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conversion,</a:t>
                      </a:r>
                      <a:r>
                        <a:rPr dirty="0" sz="750" spc="2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revenue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outreach,</a:t>
                      </a:r>
                      <a:r>
                        <a:rPr dirty="0" sz="750" spc="3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educational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76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user,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engagement,</a:t>
                      </a:r>
                      <a:r>
                        <a:rPr dirty="0" sz="7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communities,</a:t>
                      </a:r>
                      <a:r>
                        <a:rPr dirty="0" sz="75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referrals,</a:t>
                      </a:r>
                      <a:r>
                        <a:rPr dirty="0" sz="75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381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60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dirty="0" sz="75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satisfaction.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19050">
                      <a:solidFill>
                        <a:srgbClr val="BEBEB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19050">
                      <a:solidFill>
                        <a:srgbClr val="BEBEB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sz="75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dirty="0" sz="750" spc="4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social-media</a:t>
                      </a:r>
                      <a:r>
                        <a:rPr dirty="0" sz="750" spc="4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networks.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190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3810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227329">
                <a:tc gridSpan="3">
                  <a:txBody>
                    <a:bodyPr/>
                    <a:lstStyle/>
                    <a:p>
                      <a:pPr marL="7651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7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dirty="0" sz="750" spc="2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Structure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8223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750" spc="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Revenue</a:t>
                      </a:r>
                      <a:r>
                        <a:rPr dirty="0" sz="750" spc="31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Streams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T w="38100">
                      <a:solidFill>
                        <a:srgbClr val="BEBEB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 gridSpan="3">
                  <a:txBody>
                    <a:bodyPr/>
                    <a:lstStyle/>
                    <a:p>
                      <a:pPr marL="765175">
                        <a:lnSpc>
                          <a:spcPts val="810"/>
                        </a:lnSpc>
                        <a:spcBef>
                          <a:spcPts val="215"/>
                        </a:spcBef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development,</a:t>
                      </a:r>
                      <a:r>
                        <a:rPr dirty="0" sz="7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hosting</a:t>
                      </a:r>
                      <a:r>
                        <a:rPr dirty="0" sz="750" spc="2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storage,</a:t>
                      </a:r>
                      <a:r>
                        <a:rPr dirty="0" sz="750" spc="1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AI/API</a:t>
                      </a:r>
                      <a:r>
                        <a:rPr dirty="0" sz="750" spc="22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costs,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822325">
                        <a:lnSpc>
                          <a:spcPts val="810"/>
                        </a:lnSpc>
                        <a:spcBef>
                          <a:spcPts val="215"/>
                        </a:spcBef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Freemium</a:t>
                      </a:r>
                      <a:r>
                        <a:rPr dirty="0" sz="75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Model,</a:t>
                      </a:r>
                      <a:r>
                        <a:rPr dirty="0" sz="75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75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Monetization</a:t>
                      </a:r>
                      <a:r>
                        <a:rPr dirty="0" sz="750" spc="2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0">
                          <a:latin typeface="Times New Roman"/>
                          <a:cs typeface="Times New Roman"/>
                        </a:rPr>
                        <a:t>model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4775">
                <a:tc gridSpan="3">
                  <a:txBody>
                    <a:bodyPr/>
                    <a:lstStyle/>
                    <a:p>
                      <a:pPr marL="765175">
                        <a:lnSpc>
                          <a:spcPts val="730"/>
                        </a:lnSpc>
                      </a:pPr>
                      <a:r>
                        <a:rPr dirty="0" sz="750" spc="20">
                          <a:latin typeface="Times New Roman"/>
                          <a:cs typeface="Times New Roman"/>
                        </a:rPr>
                        <a:t>content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verification,</a:t>
                      </a:r>
                      <a:r>
                        <a:rPr dirty="0" sz="75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cybersecurity,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dirty="0" sz="75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0">
                          <a:latin typeface="Times New Roman"/>
                          <a:cs typeface="Times New Roman"/>
                        </a:rPr>
                        <a:t>support,</a:t>
                      </a:r>
                      <a:r>
                        <a:rPr dirty="0" sz="75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maintenance,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82295">
                <a:tc gridSpan="3">
                  <a:txBody>
                    <a:bodyPr/>
                    <a:lstStyle/>
                    <a:p>
                      <a:pPr marL="765175">
                        <a:lnSpc>
                          <a:spcPts val="825"/>
                        </a:lnSpc>
                      </a:pPr>
                      <a:r>
                        <a:rPr dirty="0" sz="750" spc="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marketing</a:t>
                      </a:r>
                      <a:r>
                        <a:rPr dirty="0" sz="7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75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75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acquisition.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19050">
                      <a:solidFill>
                        <a:srgbClr val="BEBEB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BEBEBE"/>
                      </a:solidFill>
                      <a:prstDash val="solid"/>
                    </a:lnL>
                    <a:lnR w="38100">
                      <a:solidFill>
                        <a:srgbClr val="BEBEBE"/>
                      </a:solidFill>
                      <a:prstDash val="solid"/>
                    </a:lnR>
                    <a:lnB w="19050">
                      <a:solidFill>
                        <a:srgbClr val="BEBEB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5661393" y="4724907"/>
            <a:ext cx="293370" cy="283210"/>
          </a:xfrm>
          <a:custGeom>
            <a:avLst/>
            <a:gdLst/>
            <a:ahLst/>
            <a:cxnLst/>
            <a:rect l="l" t="t" r="r" b="b"/>
            <a:pathLst>
              <a:path w="293370" h="283210">
                <a:moveTo>
                  <a:pt x="80276" y="40398"/>
                </a:moveTo>
                <a:lnTo>
                  <a:pt x="28498" y="40398"/>
                </a:lnTo>
                <a:lnTo>
                  <a:pt x="26149" y="42672"/>
                </a:lnTo>
                <a:lnTo>
                  <a:pt x="26149" y="55549"/>
                </a:lnTo>
                <a:lnTo>
                  <a:pt x="78447" y="55549"/>
                </a:lnTo>
                <a:lnTo>
                  <a:pt x="78447" y="50342"/>
                </a:lnTo>
                <a:lnTo>
                  <a:pt x="79082" y="45262"/>
                </a:lnTo>
                <a:lnTo>
                  <a:pt x="80276" y="40398"/>
                </a:lnTo>
                <a:close/>
              </a:path>
              <a:path w="293370" h="283210">
                <a:moveTo>
                  <a:pt x="83680" y="80810"/>
                </a:moveTo>
                <a:lnTo>
                  <a:pt x="81610" y="75996"/>
                </a:lnTo>
                <a:lnTo>
                  <a:pt x="80111" y="70916"/>
                </a:lnTo>
                <a:lnTo>
                  <a:pt x="79260" y="65659"/>
                </a:lnTo>
                <a:lnTo>
                  <a:pt x="26149" y="65659"/>
                </a:lnTo>
                <a:lnTo>
                  <a:pt x="26149" y="80810"/>
                </a:lnTo>
                <a:lnTo>
                  <a:pt x="83680" y="80810"/>
                </a:lnTo>
                <a:close/>
              </a:path>
              <a:path w="293370" h="283210">
                <a:moveTo>
                  <a:pt x="151663" y="22466"/>
                </a:moveTo>
                <a:lnTo>
                  <a:pt x="149313" y="20193"/>
                </a:lnTo>
                <a:lnTo>
                  <a:pt x="143548" y="20193"/>
                </a:lnTo>
                <a:lnTo>
                  <a:pt x="141211" y="22466"/>
                </a:lnTo>
                <a:lnTo>
                  <a:pt x="141211" y="35763"/>
                </a:lnTo>
                <a:lnTo>
                  <a:pt x="142443" y="37579"/>
                </a:lnTo>
                <a:lnTo>
                  <a:pt x="144373" y="38379"/>
                </a:lnTo>
                <a:lnTo>
                  <a:pt x="146431" y="39230"/>
                </a:lnTo>
                <a:lnTo>
                  <a:pt x="150418" y="37579"/>
                </a:lnTo>
                <a:lnTo>
                  <a:pt x="151663" y="35763"/>
                </a:lnTo>
                <a:lnTo>
                  <a:pt x="151663" y="22466"/>
                </a:lnTo>
                <a:close/>
              </a:path>
              <a:path w="293370" h="283210">
                <a:moveTo>
                  <a:pt x="266725" y="90906"/>
                </a:moveTo>
                <a:lnTo>
                  <a:pt x="256260" y="90906"/>
                </a:lnTo>
                <a:lnTo>
                  <a:pt x="256260" y="116154"/>
                </a:lnTo>
                <a:lnTo>
                  <a:pt x="256260" y="166662"/>
                </a:lnTo>
                <a:lnTo>
                  <a:pt x="245262" y="166662"/>
                </a:lnTo>
                <a:lnTo>
                  <a:pt x="240576" y="171196"/>
                </a:lnTo>
                <a:lnTo>
                  <a:pt x="240576" y="181813"/>
                </a:lnTo>
                <a:lnTo>
                  <a:pt x="177812" y="181813"/>
                </a:lnTo>
                <a:lnTo>
                  <a:pt x="177812" y="171716"/>
                </a:lnTo>
                <a:lnTo>
                  <a:pt x="230771" y="171716"/>
                </a:lnTo>
                <a:lnTo>
                  <a:pt x="232664" y="164630"/>
                </a:lnTo>
                <a:lnTo>
                  <a:pt x="233616" y="163703"/>
                </a:lnTo>
                <a:lnTo>
                  <a:pt x="238455" y="159042"/>
                </a:lnTo>
                <a:lnTo>
                  <a:pt x="245795" y="157200"/>
                </a:lnTo>
                <a:lnTo>
                  <a:pt x="245795" y="146469"/>
                </a:lnTo>
                <a:lnTo>
                  <a:pt x="245795" y="136359"/>
                </a:lnTo>
                <a:lnTo>
                  <a:pt x="245795" y="132791"/>
                </a:lnTo>
                <a:lnTo>
                  <a:pt x="245795" y="125755"/>
                </a:lnTo>
                <a:lnTo>
                  <a:pt x="238290" y="124079"/>
                </a:lnTo>
                <a:lnTo>
                  <a:pt x="233184" y="119138"/>
                </a:lnTo>
                <a:lnTo>
                  <a:pt x="232371" y="118351"/>
                </a:lnTo>
                <a:lnTo>
                  <a:pt x="230632" y="111112"/>
                </a:lnTo>
                <a:lnTo>
                  <a:pt x="209194" y="111112"/>
                </a:lnTo>
                <a:lnTo>
                  <a:pt x="209194" y="136359"/>
                </a:lnTo>
                <a:lnTo>
                  <a:pt x="209194" y="146469"/>
                </a:lnTo>
                <a:lnTo>
                  <a:pt x="188277" y="146469"/>
                </a:lnTo>
                <a:lnTo>
                  <a:pt x="188277" y="136359"/>
                </a:lnTo>
                <a:lnTo>
                  <a:pt x="209194" y="136359"/>
                </a:lnTo>
                <a:lnTo>
                  <a:pt x="209194" y="111112"/>
                </a:lnTo>
                <a:lnTo>
                  <a:pt x="209194" y="101003"/>
                </a:lnTo>
                <a:lnTo>
                  <a:pt x="240576" y="101003"/>
                </a:lnTo>
                <a:lnTo>
                  <a:pt x="240576" y="111912"/>
                </a:lnTo>
                <a:lnTo>
                  <a:pt x="244970" y="116154"/>
                </a:lnTo>
                <a:lnTo>
                  <a:pt x="256260" y="116154"/>
                </a:lnTo>
                <a:lnTo>
                  <a:pt x="256260" y="90906"/>
                </a:lnTo>
                <a:lnTo>
                  <a:pt x="203733" y="90906"/>
                </a:lnTo>
                <a:lnTo>
                  <a:pt x="196037" y="100482"/>
                </a:lnTo>
                <a:lnTo>
                  <a:pt x="186613" y="108546"/>
                </a:lnTo>
                <a:lnTo>
                  <a:pt x="175679" y="114858"/>
                </a:lnTo>
                <a:lnTo>
                  <a:pt x="171056" y="116484"/>
                </a:lnTo>
                <a:lnTo>
                  <a:pt x="171056" y="139928"/>
                </a:lnTo>
                <a:lnTo>
                  <a:pt x="146431" y="163703"/>
                </a:lnTo>
                <a:lnTo>
                  <a:pt x="128574" y="146469"/>
                </a:lnTo>
                <a:lnTo>
                  <a:pt x="121818" y="139928"/>
                </a:lnTo>
                <a:lnTo>
                  <a:pt x="125514" y="136359"/>
                </a:lnTo>
                <a:lnTo>
                  <a:pt x="129209" y="132791"/>
                </a:lnTo>
                <a:lnTo>
                  <a:pt x="141211" y="144373"/>
                </a:lnTo>
                <a:lnTo>
                  <a:pt x="141211" y="132791"/>
                </a:lnTo>
                <a:lnTo>
                  <a:pt x="141211" y="119138"/>
                </a:lnTo>
                <a:lnTo>
                  <a:pt x="141211" y="90906"/>
                </a:lnTo>
                <a:lnTo>
                  <a:pt x="151663" y="90906"/>
                </a:lnTo>
                <a:lnTo>
                  <a:pt x="151663" y="144373"/>
                </a:lnTo>
                <a:lnTo>
                  <a:pt x="163652" y="132791"/>
                </a:lnTo>
                <a:lnTo>
                  <a:pt x="171056" y="139928"/>
                </a:lnTo>
                <a:lnTo>
                  <a:pt x="171056" y="116484"/>
                </a:lnTo>
                <a:lnTo>
                  <a:pt x="163423" y="119138"/>
                </a:lnTo>
                <a:lnTo>
                  <a:pt x="160820" y="109359"/>
                </a:lnTo>
                <a:lnTo>
                  <a:pt x="178282" y="101854"/>
                </a:lnTo>
                <a:lnTo>
                  <a:pt x="191922" y="89598"/>
                </a:lnTo>
                <a:lnTo>
                  <a:pt x="200799" y="73774"/>
                </a:lnTo>
                <a:lnTo>
                  <a:pt x="203962" y="55549"/>
                </a:lnTo>
                <a:lnTo>
                  <a:pt x="203923" y="55359"/>
                </a:lnTo>
                <a:lnTo>
                  <a:pt x="199440" y="33947"/>
                </a:lnTo>
                <a:lnTo>
                  <a:pt x="187096" y="16281"/>
                </a:lnTo>
                <a:lnTo>
                  <a:pt x="177812" y="10248"/>
                </a:lnTo>
                <a:lnTo>
                  <a:pt x="177812" y="80810"/>
                </a:lnTo>
                <a:lnTo>
                  <a:pt x="177812" y="90906"/>
                </a:lnTo>
                <a:lnTo>
                  <a:pt x="167347" y="90906"/>
                </a:lnTo>
                <a:lnTo>
                  <a:pt x="167347" y="80810"/>
                </a:lnTo>
                <a:lnTo>
                  <a:pt x="165874" y="71145"/>
                </a:lnTo>
                <a:lnTo>
                  <a:pt x="161671" y="62496"/>
                </a:lnTo>
                <a:lnTo>
                  <a:pt x="155092" y="55359"/>
                </a:lnTo>
                <a:lnTo>
                  <a:pt x="146494" y="50241"/>
                </a:lnTo>
                <a:lnTo>
                  <a:pt x="137769" y="55359"/>
                </a:lnTo>
                <a:lnTo>
                  <a:pt x="131191" y="62496"/>
                </a:lnTo>
                <a:lnTo>
                  <a:pt x="126987" y="71145"/>
                </a:lnTo>
                <a:lnTo>
                  <a:pt x="125514" y="80810"/>
                </a:lnTo>
                <a:lnTo>
                  <a:pt x="125514" y="90906"/>
                </a:lnTo>
                <a:lnTo>
                  <a:pt x="115062" y="90906"/>
                </a:lnTo>
                <a:lnTo>
                  <a:pt x="115062" y="80810"/>
                </a:lnTo>
                <a:lnTo>
                  <a:pt x="116471" y="69989"/>
                </a:lnTo>
                <a:lnTo>
                  <a:pt x="120510" y="60058"/>
                </a:lnTo>
                <a:lnTo>
                  <a:pt x="126923" y="51435"/>
                </a:lnTo>
                <a:lnTo>
                  <a:pt x="135394" y="44513"/>
                </a:lnTo>
                <a:lnTo>
                  <a:pt x="132473" y="41719"/>
                </a:lnTo>
                <a:lnTo>
                  <a:pt x="130746" y="37871"/>
                </a:lnTo>
                <a:lnTo>
                  <a:pt x="130746" y="16891"/>
                </a:lnTo>
                <a:lnTo>
                  <a:pt x="137782" y="10096"/>
                </a:lnTo>
                <a:lnTo>
                  <a:pt x="155092" y="10096"/>
                </a:lnTo>
                <a:lnTo>
                  <a:pt x="162128" y="16891"/>
                </a:lnTo>
                <a:lnTo>
                  <a:pt x="162128" y="37871"/>
                </a:lnTo>
                <a:lnTo>
                  <a:pt x="160401" y="41719"/>
                </a:lnTo>
                <a:lnTo>
                  <a:pt x="157480" y="44513"/>
                </a:lnTo>
                <a:lnTo>
                  <a:pt x="165950" y="51435"/>
                </a:lnTo>
                <a:lnTo>
                  <a:pt x="172351" y="60058"/>
                </a:lnTo>
                <a:lnTo>
                  <a:pt x="176403" y="69989"/>
                </a:lnTo>
                <a:lnTo>
                  <a:pt x="177812" y="80810"/>
                </a:lnTo>
                <a:lnTo>
                  <a:pt x="177812" y="10248"/>
                </a:lnTo>
                <a:lnTo>
                  <a:pt x="177596" y="10096"/>
                </a:lnTo>
                <a:lnTo>
                  <a:pt x="168808" y="4368"/>
                </a:lnTo>
                <a:lnTo>
                  <a:pt x="146431" y="0"/>
                </a:lnTo>
                <a:lnTo>
                  <a:pt x="124066" y="4368"/>
                </a:lnTo>
                <a:lnTo>
                  <a:pt x="105778" y="16281"/>
                </a:lnTo>
                <a:lnTo>
                  <a:pt x="93433" y="33947"/>
                </a:lnTo>
                <a:lnTo>
                  <a:pt x="88912" y="55549"/>
                </a:lnTo>
                <a:lnTo>
                  <a:pt x="92075" y="73774"/>
                </a:lnTo>
                <a:lnTo>
                  <a:pt x="100952" y="89598"/>
                </a:lnTo>
                <a:lnTo>
                  <a:pt x="114592" y="101854"/>
                </a:lnTo>
                <a:lnTo>
                  <a:pt x="132041" y="109359"/>
                </a:lnTo>
                <a:lnTo>
                  <a:pt x="129438" y="119138"/>
                </a:lnTo>
                <a:lnTo>
                  <a:pt x="117195" y="114858"/>
                </a:lnTo>
                <a:lnTo>
                  <a:pt x="106248" y="108546"/>
                </a:lnTo>
                <a:lnTo>
                  <a:pt x="104597" y="107137"/>
                </a:lnTo>
                <a:lnTo>
                  <a:pt x="104597" y="136359"/>
                </a:lnTo>
                <a:lnTo>
                  <a:pt x="104597" y="146469"/>
                </a:lnTo>
                <a:lnTo>
                  <a:pt x="83680" y="146469"/>
                </a:lnTo>
                <a:lnTo>
                  <a:pt x="83680" y="136359"/>
                </a:lnTo>
                <a:lnTo>
                  <a:pt x="104597" y="136359"/>
                </a:lnTo>
                <a:lnTo>
                  <a:pt x="104597" y="107137"/>
                </a:lnTo>
                <a:lnTo>
                  <a:pt x="97447" y="101003"/>
                </a:lnTo>
                <a:lnTo>
                  <a:pt x="96837" y="100482"/>
                </a:lnTo>
                <a:lnTo>
                  <a:pt x="89141" y="90906"/>
                </a:lnTo>
                <a:lnTo>
                  <a:pt x="26149" y="90906"/>
                </a:lnTo>
                <a:lnTo>
                  <a:pt x="26149" y="196977"/>
                </a:lnTo>
                <a:lnTo>
                  <a:pt x="46291" y="196977"/>
                </a:lnTo>
                <a:lnTo>
                  <a:pt x="52857" y="194348"/>
                </a:lnTo>
                <a:lnTo>
                  <a:pt x="65836" y="181813"/>
                </a:lnTo>
                <a:lnTo>
                  <a:pt x="52298" y="181813"/>
                </a:lnTo>
                <a:lnTo>
                  <a:pt x="52298" y="170916"/>
                </a:lnTo>
                <a:lnTo>
                  <a:pt x="47904" y="166662"/>
                </a:lnTo>
                <a:lnTo>
                  <a:pt x="36614" y="166662"/>
                </a:lnTo>
                <a:lnTo>
                  <a:pt x="36614" y="116154"/>
                </a:lnTo>
                <a:lnTo>
                  <a:pt x="47904" y="116154"/>
                </a:lnTo>
                <a:lnTo>
                  <a:pt x="52298" y="111912"/>
                </a:lnTo>
                <a:lnTo>
                  <a:pt x="52298" y="101003"/>
                </a:lnTo>
                <a:lnTo>
                  <a:pt x="83680" y="101003"/>
                </a:lnTo>
                <a:lnTo>
                  <a:pt x="83680" y="111112"/>
                </a:lnTo>
                <a:lnTo>
                  <a:pt x="62242" y="111112"/>
                </a:lnTo>
                <a:lnTo>
                  <a:pt x="60502" y="118351"/>
                </a:lnTo>
                <a:lnTo>
                  <a:pt x="54571" y="124079"/>
                </a:lnTo>
                <a:lnTo>
                  <a:pt x="47066" y="125755"/>
                </a:lnTo>
                <a:lnTo>
                  <a:pt x="47066" y="157073"/>
                </a:lnTo>
                <a:lnTo>
                  <a:pt x="54571" y="158750"/>
                </a:lnTo>
                <a:lnTo>
                  <a:pt x="60502" y="164465"/>
                </a:lnTo>
                <a:lnTo>
                  <a:pt x="60540" y="164630"/>
                </a:lnTo>
                <a:lnTo>
                  <a:pt x="62242" y="171716"/>
                </a:lnTo>
                <a:lnTo>
                  <a:pt x="149047" y="171716"/>
                </a:lnTo>
                <a:lnTo>
                  <a:pt x="158203" y="173507"/>
                </a:lnTo>
                <a:lnTo>
                  <a:pt x="165684" y="178384"/>
                </a:lnTo>
                <a:lnTo>
                  <a:pt x="170726" y="185610"/>
                </a:lnTo>
                <a:lnTo>
                  <a:pt x="172567" y="194348"/>
                </a:lnTo>
                <a:lnTo>
                  <a:pt x="172059" y="196977"/>
                </a:lnTo>
                <a:lnTo>
                  <a:pt x="170726" y="203288"/>
                </a:lnTo>
                <a:lnTo>
                  <a:pt x="165684" y="210502"/>
                </a:lnTo>
                <a:lnTo>
                  <a:pt x="158203" y="215379"/>
                </a:lnTo>
                <a:lnTo>
                  <a:pt x="149047" y="217170"/>
                </a:lnTo>
                <a:lnTo>
                  <a:pt x="126339" y="217170"/>
                </a:lnTo>
                <a:lnTo>
                  <a:pt x="144653" y="229908"/>
                </a:lnTo>
                <a:lnTo>
                  <a:pt x="150152" y="230606"/>
                </a:lnTo>
                <a:lnTo>
                  <a:pt x="266725" y="187909"/>
                </a:lnTo>
                <a:lnTo>
                  <a:pt x="266725" y="181813"/>
                </a:lnTo>
                <a:lnTo>
                  <a:pt x="266725" y="101003"/>
                </a:lnTo>
                <a:lnTo>
                  <a:pt x="266725" y="90906"/>
                </a:lnTo>
                <a:close/>
              </a:path>
              <a:path w="293370" h="283210">
                <a:moveTo>
                  <a:pt x="266725" y="65659"/>
                </a:moveTo>
                <a:lnTo>
                  <a:pt x="213601" y="65659"/>
                </a:lnTo>
                <a:lnTo>
                  <a:pt x="212763" y="70916"/>
                </a:lnTo>
                <a:lnTo>
                  <a:pt x="211264" y="75996"/>
                </a:lnTo>
                <a:lnTo>
                  <a:pt x="209194" y="80810"/>
                </a:lnTo>
                <a:lnTo>
                  <a:pt x="266725" y="80810"/>
                </a:lnTo>
                <a:lnTo>
                  <a:pt x="266725" y="65659"/>
                </a:lnTo>
                <a:close/>
              </a:path>
              <a:path w="293370" h="283210">
                <a:moveTo>
                  <a:pt x="266725" y="42672"/>
                </a:moveTo>
                <a:lnTo>
                  <a:pt x="264375" y="40398"/>
                </a:lnTo>
                <a:lnTo>
                  <a:pt x="212585" y="40398"/>
                </a:lnTo>
                <a:lnTo>
                  <a:pt x="213791" y="45262"/>
                </a:lnTo>
                <a:lnTo>
                  <a:pt x="214426" y="50342"/>
                </a:lnTo>
                <a:lnTo>
                  <a:pt x="214426" y="55549"/>
                </a:lnTo>
                <a:lnTo>
                  <a:pt x="266725" y="55549"/>
                </a:lnTo>
                <a:lnTo>
                  <a:pt x="266725" y="42672"/>
                </a:lnTo>
                <a:close/>
              </a:path>
              <a:path w="293370" h="283210">
                <a:moveTo>
                  <a:pt x="292862" y="205105"/>
                </a:moveTo>
                <a:lnTo>
                  <a:pt x="290537" y="200799"/>
                </a:lnTo>
                <a:lnTo>
                  <a:pt x="286461" y="198094"/>
                </a:lnTo>
                <a:lnTo>
                  <a:pt x="282397" y="195376"/>
                </a:lnTo>
                <a:lnTo>
                  <a:pt x="277406" y="194792"/>
                </a:lnTo>
                <a:lnTo>
                  <a:pt x="158800" y="238252"/>
                </a:lnTo>
                <a:lnTo>
                  <a:pt x="152501" y="239725"/>
                </a:lnTo>
                <a:lnTo>
                  <a:pt x="146113" y="239674"/>
                </a:lnTo>
                <a:lnTo>
                  <a:pt x="139941" y="238125"/>
                </a:lnTo>
                <a:lnTo>
                  <a:pt x="134251" y="235127"/>
                </a:lnTo>
                <a:lnTo>
                  <a:pt x="108458" y="217170"/>
                </a:lnTo>
                <a:lnTo>
                  <a:pt x="78447" y="217170"/>
                </a:lnTo>
                <a:lnTo>
                  <a:pt x="78447" y="207073"/>
                </a:lnTo>
                <a:lnTo>
                  <a:pt x="156260" y="207073"/>
                </a:lnTo>
                <a:lnTo>
                  <a:pt x="162128" y="201409"/>
                </a:lnTo>
                <a:lnTo>
                  <a:pt x="162128" y="187477"/>
                </a:lnTo>
                <a:lnTo>
                  <a:pt x="156260" y="181813"/>
                </a:lnTo>
                <a:lnTo>
                  <a:pt x="84455" y="181813"/>
                </a:lnTo>
                <a:lnTo>
                  <a:pt x="77889" y="184442"/>
                </a:lnTo>
                <a:lnTo>
                  <a:pt x="65189" y="196710"/>
                </a:lnTo>
                <a:lnTo>
                  <a:pt x="59601" y="201155"/>
                </a:lnTo>
                <a:lnTo>
                  <a:pt x="53314" y="204393"/>
                </a:lnTo>
                <a:lnTo>
                  <a:pt x="46494" y="206387"/>
                </a:lnTo>
                <a:lnTo>
                  <a:pt x="39306" y="207073"/>
                </a:lnTo>
                <a:lnTo>
                  <a:pt x="0" y="207073"/>
                </a:lnTo>
                <a:lnTo>
                  <a:pt x="0" y="267677"/>
                </a:lnTo>
                <a:lnTo>
                  <a:pt x="68719" y="267677"/>
                </a:lnTo>
                <a:lnTo>
                  <a:pt x="116471" y="280720"/>
                </a:lnTo>
                <a:lnTo>
                  <a:pt x="128371" y="282879"/>
                </a:lnTo>
                <a:lnTo>
                  <a:pt x="289509" y="220510"/>
                </a:lnTo>
                <a:lnTo>
                  <a:pt x="292862" y="215417"/>
                </a:lnTo>
                <a:lnTo>
                  <a:pt x="292862" y="205105"/>
                </a:lnTo>
                <a:close/>
              </a:path>
            </a:pathLst>
          </a:custGeom>
          <a:solidFill>
            <a:srgbClr val="BE202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981" y="1712205"/>
            <a:ext cx="3664585" cy="2035810"/>
            <a:chOff x="612981" y="1712205"/>
            <a:chExt cx="3664585" cy="2035810"/>
          </a:xfrm>
        </p:grpSpPr>
        <p:sp>
          <p:nvSpPr>
            <p:cNvPr id="3" name="object 3"/>
            <p:cNvSpPr/>
            <p:nvPr/>
          </p:nvSpPr>
          <p:spPr>
            <a:xfrm>
              <a:off x="612981" y="1712205"/>
              <a:ext cx="3664585" cy="2035810"/>
            </a:xfrm>
            <a:custGeom>
              <a:avLst/>
              <a:gdLst/>
              <a:ahLst/>
              <a:cxnLst/>
              <a:rect l="l" t="t" r="r" b="b"/>
              <a:pathLst>
                <a:path w="3664585" h="2035810">
                  <a:moveTo>
                    <a:pt x="3664079" y="2035599"/>
                  </a:moveTo>
                  <a:lnTo>
                    <a:pt x="0" y="2035599"/>
                  </a:lnTo>
                  <a:lnTo>
                    <a:pt x="0" y="0"/>
                  </a:lnTo>
                  <a:lnTo>
                    <a:pt x="3664079" y="0"/>
                  </a:lnTo>
                  <a:lnTo>
                    <a:pt x="3664079" y="20355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28242" y="2518307"/>
              <a:ext cx="57150" cy="276860"/>
            </a:xfrm>
            <a:custGeom>
              <a:avLst/>
              <a:gdLst/>
              <a:ahLst/>
              <a:cxnLst/>
              <a:rect l="l" t="t" r="r" b="b"/>
              <a:pathLst>
                <a:path w="57150" h="276860">
                  <a:moveTo>
                    <a:pt x="56997" y="244563"/>
                  </a:moveTo>
                  <a:lnTo>
                    <a:pt x="32270" y="219849"/>
                  </a:lnTo>
                  <a:lnTo>
                    <a:pt x="24714" y="219849"/>
                  </a:lnTo>
                  <a:lnTo>
                    <a:pt x="0" y="244563"/>
                  </a:lnTo>
                  <a:lnTo>
                    <a:pt x="0" y="252120"/>
                  </a:lnTo>
                  <a:lnTo>
                    <a:pt x="24714" y="276847"/>
                  </a:lnTo>
                  <a:lnTo>
                    <a:pt x="32270" y="276847"/>
                  </a:lnTo>
                  <a:lnTo>
                    <a:pt x="56997" y="252120"/>
                  </a:lnTo>
                  <a:lnTo>
                    <a:pt x="56997" y="248348"/>
                  </a:lnTo>
                  <a:lnTo>
                    <a:pt x="56997" y="244563"/>
                  </a:lnTo>
                  <a:close/>
                </a:path>
                <a:path w="57150" h="276860">
                  <a:moveTo>
                    <a:pt x="56997" y="24726"/>
                  </a:moveTo>
                  <a:lnTo>
                    <a:pt x="32270" y="0"/>
                  </a:lnTo>
                  <a:lnTo>
                    <a:pt x="24714" y="0"/>
                  </a:lnTo>
                  <a:lnTo>
                    <a:pt x="0" y="24726"/>
                  </a:lnTo>
                  <a:lnTo>
                    <a:pt x="0" y="32283"/>
                  </a:lnTo>
                  <a:lnTo>
                    <a:pt x="24714" y="56997"/>
                  </a:lnTo>
                  <a:lnTo>
                    <a:pt x="32270" y="56997"/>
                  </a:lnTo>
                  <a:lnTo>
                    <a:pt x="56997" y="32283"/>
                  </a:lnTo>
                  <a:lnTo>
                    <a:pt x="56997" y="28498"/>
                  </a:lnTo>
                  <a:lnTo>
                    <a:pt x="56997" y="24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2981" y="1712205"/>
            <a:ext cx="3664585" cy="20358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ctr" marR="295910">
              <a:lnSpc>
                <a:spcPct val="100000"/>
              </a:lnSpc>
              <a:spcBef>
                <a:spcPts val="765"/>
              </a:spcBef>
            </a:pPr>
            <a:r>
              <a:rPr dirty="0" sz="1800" b="1">
                <a:solidFill>
                  <a:srgbClr val="BF0000"/>
                </a:solidFill>
                <a:latin typeface="Times New Roman"/>
                <a:cs typeface="Times New Roman"/>
              </a:rPr>
              <a:t>Revenue</a:t>
            </a:r>
            <a:r>
              <a:rPr dirty="0" sz="1800" spc="254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Models/Streams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800">
              <a:latin typeface="Times New Roman"/>
              <a:cs typeface="Times New Roman"/>
            </a:endParaRPr>
          </a:p>
          <a:p>
            <a:pPr marL="586105">
              <a:lnSpc>
                <a:spcPts val="1764"/>
              </a:lnSpc>
            </a:pPr>
            <a:r>
              <a:rPr dirty="0" sz="1500" spc="50">
                <a:latin typeface="Times New Roman"/>
                <a:cs typeface="Times New Roman"/>
              </a:rPr>
              <a:t>Freemium</a:t>
            </a:r>
            <a:r>
              <a:rPr dirty="0" sz="1500" spc="114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Model</a:t>
            </a:r>
            <a:endParaRPr sz="1500">
              <a:latin typeface="Times New Roman"/>
              <a:cs typeface="Times New Roman"/>
            </a:endParaRPr>
          </a:p>
          <a:p>
            <a:pPr marL="586105">
              <a:lnSpc>
                <a:spcPts val="1764"/>
              </a:lnSpc>
            </a:pPr>
            <a:r>
              <a:rPr dirty="0" sz="1500">
                <a:latin typeface="Times New Roman"/>
                <a:cs typeface="Times New Roman"/>
              </a:rPr>
              <a:t>Data</a:t>
            </a:r>
            <a:r>
              <a:rPr dirty="0" sz="1500" spc="204">
                <a:latin typeface="Times New Roman"/>
                <a:cs typeface="Times New Roman"/>
              </a:rPr>
              <a:t> </a:t>
            </a:r>
            <a:r>
              <a:rPr dirty="0" sz="1500" spc="50">
                <a:latin typeface="Times New Roman"/>
                <a:cs typeface="Times New Roman"/>
              </a:rPr>
              <a:t>Monetization</a:t>
            </a:r>
            <a:r>
              <a:rPr dirty="0" sz="1500" spc="21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model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2978" y="3992079"/>
            <a:ext cx="3664585" cy="2035810"/>
          </a:xfrm>
          <a:custGeom>
            <a:avLst/>
            <a:gdLst/>
            <a:ahLst/>
            <a:cxnLst/>
            <a:rect l="l" t="t" r="r" b="b"/>
            <a:pathLst>
              <a:path w="3664585" h="2035810">
                <a:moveTo>
                  <a:pt x="3664077" y="2011172"/>
                </a:moveTo>
                <a:lnTo>
                  <a:pt x="0" y="2011172"/>
                </a:lnTo>
                <a:lnTo>
                  <a:pt x="0" y="2035606"/>
                </a:lnTo>
                <a:lnTo>
                  <a:pt x="3664077" y="2035606"/>
                </a:lnTo>
                <a:lnTo>
                  <a:pt x="3664077" y="2011172"/>
                </a:lnTo>
                <a:close/>
              </a:path>
              <a:path w="3664585" h="2035810">
                <a:moveTo>
                  <a:pt x="3664077" y="0"/>
                </a:moveTo>
                <a:lnTo>
                  <a:pt x="0" y="0"/>
                </a:lnTo>
                <a:lnTo>
                  <a:pt x="0" y="1848332"/>
                </a:lnTo>
                <a:lnTo>
                  <a:pt x="3664077" y="1848332"/>
                </a:lnTo>
                <a:lnTo>
                  <a:pt x="366407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91117" y="4077086"/>
            <a:ext cx="768985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Pricing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981" y="4798175"/>
            <a:ext cx="9535160" cy="1205230"/>
            <a:chOff x="612981" y="4798175"/>
            <a:chExt cx="9535160" cy="1205230"/>
          </a:xfrm>
        </p:grpSpPr>
        <p:sp>
          <p:nvSpPr>
            <p:cNvPr id="9" name="object 9"/>
            <p:cNvSpPr/>
            <p:nvPr/>
          </p:nvSpPr>
          <p:spPr>
            <a:xfrm>
              <a:off x="1028242" y="4798186"/>
              <a:ext cx="57150" cy="488950"/>
            </a:xfrm>
            <a:custGeom>
              <a:avLst/>
              <a:gdLst/>
              <a:ahLst/>
              <a:cxnLst/>
              <a:rect l="l" t="t" r="r" b="b"/>
              <a:pathLst>
                <a:path w="57150" h="488950">
                  <a:moveTo>
                    <a:pt x="56997" y="456260"/>
                  </a:moveTo>
                  <a:lnTo>
                    <a:pt x="32270" y="431546"/>
                  </a:lnTo>
                  <a:lnTo>
                    <a:pt x="24714" y="431546"/>
                  </a:lnTo>
                  <a:lnTo>
                    <a:pt x="0" y="456260"/>
                  </a:lnTo>
                  <a:lnTo>
                    <a:pt x="0" y="463816"/>
                  </a:lnTo>
                  <a:lnTo>
                    <a:pt x="24714" y="488543"/>
                  </a:lnTo>
                  <a:lnTo>
                    <a:pt x="32270" y="488543"/>
                  </a:lnTo>
                  <a:lnTo>
                    <a:pt x="56997" y="463816"/>
                  </a:lnTo>
                  <a:lnTo>
                    <a:pt x="56997" y="460044"/>
                  </a:lnTo>
                  <a:lnTo>
                    <a:pt x="56997" y="456260"/>
                  </a:lnTo>
                  <a:close/>
                </a:path>
                <a:path w="57150" h="488950">
                  <a:moveTo>
                    <a:pt x="56997" y="24714"/>
                  </a:moveTo>
                  <a:lnTo>
                    <a:pt x="32270" y="0"/>
                  </a:lnTo>
                  <a:lnTo>
                    <a:pt x="24714" y="0"/>
                  </a:lnTo>
                  <a:lnTo>
                    <a:pt x="0" y="24714"/>
                  </a:lnTo>
                  <a:lnTo>
                    <a:pt x="0" y="32270"/>
                  </a:lnTo>
                  <a:lnTo>
                    <a:pt x="24714" y="56984"/>
                  </a:lnTo>
                  <a:lnTo>
                    <a:pt x="32270" y="56984"/>
                  </a:lnTo>
                  <a:lnTo>
                    <a:pt x="56997" y="32270"/>
                  </a:lnTo>
                  <a:lnTo>
                    <a:pt x="56997" y="28498"/>
                  </a:lnTo>
                  <a:lnTo>
                    <a:pt x="56997" y="247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020886" y="5840412"/>
              <a:ext cx="1127125" cy="163195"/>
            </a:xfrm>
            <a:custGeom>
              <a:avLst/>
              <a:gdLst/>
              <a:ahLst/>
              <a:cxnLst/>
              <a:rect l="l" t="t" r="r" b="b"/>
              <a:pathLst>
                <a:path w="1127125" h="163195">
                  <a:moveTo>
                    <a:pt x="1126845" y="0"/>
                  </a:moveTo>
                  <a:lnTo>
                    <a:pt x="1089317" y="0"/>
                  </a:lnTo>
                  <a:lnTo>
                    <a:pt x="174180" y="0"/>
                  </a:lnTo>
                  <a:lnTo>
                    <a:pt x="136652" y="0"/>
                  </a:lnTo>
                  <a:lnTo>
                    <a:pt x="0" y="162839"/>
                  </a:lnTo>
                  <a:lnTo>
                    <a:pt x="174180" y="162839"/>
                  </a:lnTo>
                  <a:lnTo>
                    <a:pt x="952665" y="162839"/>
                  </a:lnTo>
                  <a:lnTo>
                    <a:pt x="1126845" y="162839"/>
                  </a:lnTo>
                  <a:lnTo>
                    <a:pt x="1126845" y="0"/>
                  </a:lnTo>
                  <a:close/>
                </a:path>
              </a:pathLst>
            </a:custGeom>
            <a:solidFill>
              <a:srgbClr val="C131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86534" y="4679624"/>
            <a:ext cx="2676525" cy="90360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777240">
              <a:lnSpc>
                <a:spcPts val="1730"/>
              </a:lnSpc>
              <a:spcBef>
                <a:spcPts val="254"/>
              </a:spcBef>
            </a:pPr>
            <a:r>
              <a:rPr dirty="0" sz="1500" b="1">
                <a:latin typeface="Times New Roman"/>
                <a:cs typeface="Times New Roman"/>
              </a:rPr>
              <a:t>Unit</a:t>
            </a:r>
            <a:r>
              <a:rPr dirty="0" sz="1500" spc="254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25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Sale:</a:t>
            </a:r>
            <a:r>
              <a:rPr dirty="0" sz="1500" spc="254" b="1">
                <a:latin typeface="Times New Roman"/>
                <a:cs typeface="Times New Roman"/>
              </a:rPr>
              <a:t> </a:t>
            </a:r>
            <a:r>
              <a:rPr dirty="0" sz="1500" spc="40">
                <a:latin typeface="Times New Roman"/>
                <a:cs typeface="Times New Roman"/>
              </a:rPr>
              <a:t>Monthly Subscription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555"/>
              </a:lnSpc>
            </a:pPr>
            <a:r>
              <a:rPr dirty="0" sz="1500" spc="45" b="1">
                <a:latin typeface="Times New Roman"/>
                <a:cs typeface="Times New Roman"/>
              </a:rPr>
              <a:t>Selling</a:t>
            </a:r>
            <a:r>
              <a:rPr dirty="0" sz="1500" spc="2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price</a:t>
            </a:r>
            <a:r>
              <a:rPr dirty="0" sz="1500" spc="2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per</a:t>
            </a:r>
            <a:r>
              <a:rPr dirty="0" sz="1500" spc="19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unit:</a:t>
            </a:r>
            <a:r>
              <a:rPr dirty="0" sz="1500" spc="235" b="1">
                <a:latin typeface="Times New Roman"/>
                <a:cs typeface="Times New Roman"/>
              </a:rPr>
              <a:t> </a:t>
            </a:r>
            <a:r>
              <a:rPr dirty="0" sz="1500" spc="90">
                <a:latin typeface="Trebuchet MS"/>
                <a:cs typeface="Trebuchet MS"/>
              </a:rPr>
              <a:t>₹</a:t>
            </a:r>
            <a:r>
              <a:rPr dirty="0" sz="1500" spc="90">
                <a:latin typeface="Times New Roman"/>
                <a:cs typeface="Times New Roman"/>
              </a:rPr>
              <a:t>99</a:t>
            </a:r>
            <a:r>
              <a:rPr dirty="0" sz="1500" spc="229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per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35"/>
              </a:lnSpc>
            </a:pPr>
            <a:r>
              <a:rPr dirty="0" sz="1500" spc="-10">
                <a:latin typeface="Times New Roman"/>
                <a:cs typeface="Times New Roman"/>
              </a:rPr>
              <a:t>month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34021" y="2567157"/>
            <a:ext cx="2606040" cy="2606040"/>
          </a:xfrm>
          <a:custGeom>
            <a:avLst/>
            <a:gdLst/>
            <a:ahLst/>
            <a:cxnLst/>
            <a:rect l="l" t="t" r="r" b="b"/>
            <a:pathLst>
              <a:path w="2606040" h="2606040">
                <a:moveTo>
                  <a:pt x="2198447" y="2605567"/>
                </a:moveTo>
                <a:lnTo>
                  <a:pt x="407119" y="2605567"/>
                </a:lnTo>
                <a:lnTo>
                  <a:pt x="397126" y="2605445"/>
                </a:lnTo>
                <a:lnTo>
                  <a:pt x="357281" y="2602505"/>
                </a:lnTo>
                <a:lnTo>
                  <a:pt x="317916" y="2595674"/>
                </a:lnTo>
                <a:lnTo>
                  <a:pt x="279410" y="2585018"/>
                </a:lnTo>
                <a:lnTo>
                  <a:pt x="242135" y="2570639"/>
                </a:lnTo>
                <a:lnTo>
                  <a:pt x="206448" y="2552675"/>
                </a:lnTo>
                <a:lnTo>
                  <a:pt x="172694" y="2531300"/>
                </a:lnTo>
                <a:lnTo>
                  <a:pt x="141198" y="2506721"/>
                </a:lnTo>
                <a:lnTo>
                  <a:pt x="112262" y="2479171"/>
                </a:lnTo>
                <a:lnTo>
                  <a:pt x="86165" y="2448918"/>
                </a:lnTo>
                <a:lnTo>
                  <a:pt x="63160" y="2416253"/>
                </a:lnTo>
                <a:lnTo>
                  <a:pt x="43468" y="2381490"/>
                </a:lnTo>
                <a:lnTo>
                  <a:pt x="27278" y="2344965"/>
                </a:lnTo>
                <a:lnTo>
                  <a:pt x="14746" y="2307028"/>
                </a:lnTo>
                <a:lnTo>
                  <a:pt x="5993" y="2268046"/>
                </a:lnTo>
                <a:lnTo>
                  <a:pt x="1102" y="2228394"/>
                </a:lnTo>
                <a:lnTo>
                  <a:pt x="0" y="2198447"/>
                </a:lnTo>
                <a:lnTo>
                  <a:pt x="0" y="407119"/>
                </a:lnTo>
                <a:lnTo>
                  <a:pt x="1960" y="367215"/>
                </a:lnTo>
                <a:lnTo>
                  <a:pt x="7821" y="327694"/>
                </a:lnTo>
                <a:lnTo>
                  <a:pt x="17530" y="288939"/>
                </a:lnTo>
                <a:lnTo>
                  <a:pt x="30989" y="251321"/>
                </a:lnTo>
                <a:lnTo>
                  <a:pt x="48072" y="215205"/>
                </a:lnTo>
                <a:lnTo>
                  <a:pt x="68611" y="180936"/>
                </a:lnTo>
                <a:lnTo>
                  <a:pt x="92412" y="148845"/>
                </a:lnTo>
                <a:lnTo>
                  <a:pt x="119242" y="119242"/>
                </a:lnTo>
                <a:lnTo>
                  <a:pt x="148845" y="92412"/>
                </a:lnTo>
                <a:lnTo>
                  <a:pt x="180935" y="68612"/>
                </a:lnTo>
                <a:lnTo>
                  <a:pt x="215205" y="48072"/>
                </a:lnTo>
                <a:lnTo>
                  <a:pt x="251321" y="30989"/>
                </a:lnTo>
                <a:lnTo>
                  <a:pt x="288939" y="17530"/>
                </a:lnTo>
                <a:lnTo>
                  <a:pt x="327694" y="7822"/>
                </a:lnTo>
                <a:lnTo>
                  <a:pt x="367216" y="1960"/>
                </a:lnTo>
                <a:lnTo>
                  <a:pt x="407119" y="0"/>
                </a:lnTo>
                <a:lnTo>
                  <a:pt x="2198447" y="0"/>
                </a:lnTo>
                <a:lnTo>
                  <a:pt x="2238353" y="1960"/>
                </a:lnTo>
                <a:lnTo>
                  <a:pt x="2277872" y="7822"/>
                </a:lnTo>
                <a:lnTo>
                  <a:pt x="2316628" y="17530"/>
                </a:lnTo>
                <a:lnTo>
                  <a:pt x="2354244" y="30989"/>
                </a:lnTo>
                <a:lnTo>
                  <a:pt x="2390361" y="48072"/>
                </a:lnTo>
                <a:lnTo>
                  <a:pt x="2424630" y="68612"/>
                </a:lnTo>
                <a:lnTo>
                  <a:pt x="2456722" y="92412"/>
                </a:lnTo>
                <a:lnTo>
                  <a:pt x="2486325" y="119242"/>
                </a:lnTo>
                <a:lnTo>
                  <a:pt x="2513155" y="148845"/>
                </a:lnTo>
                <a:lnTo>
                  <a:pt x="2536954" y="180936"/>
                </a:lnTo>
                <a:lnTo>
                  <a:pt x="2557495" y="215205"/>
                </a:lnTo>
                <a:lnTo>
                  <a:pt x="2574576" y="251321"/>
                </a:lnTo>
                <a:lnTo>
                  <a:pt x="2588037" y="288939"/>
                </a:lnTo>
                <a:lnTo>
                  <a:pt x="2597745" y="327694"/>
                </a:lnTo>
                <a:lnTo>
                  <a:pt x="2603606" y="367215"/>
                </a:lnTo>
                <a:lnTo>
                  <a:pt x="2605567" y="407119"/>
                </a:lnTo>
                <a:lnTo>
                  <a:pt x="2605567" y="2198447"/>
                </a:lnTo>
                <a:lnTo>
                  <a:pt x="2603606" y="2238352"/>
                </a:lnTo>
                <a:lnTo>
                  <a:pt x="2597745" y="2277872"/>
                </a:lnTo>
                <a:lnTo>
                  <a:pt x="2588037" y="2316628"/>
                </a:lnTo>
                <a:lnTo>
                  <a:pt x="2574576" y="2354245"/>
                </a:lnTo>
                <a:lnTo>
                  <a:pt x="2557495" y="2390361"/>
                </a:lnTo>
                <a:lnTo>
                  <a:pt x="2536954" y="2424631"/>
                </a:lnTo>
                <a:lnTo>
                  <a:pt x="2513155" y="2456721"/>
                </a:lnTo>
                <a:lnTo>
                  <a:pt x="2486325" y="2486324"/>
                </a:lnTo>
                <a:lnTo>
                  <a:pt x="2456722" y="2513155"/>
                </a:lnTo>
                <a:lnTo>
                  <a:pt x="2424630" y="2536954"/>
                </a:lnTo>
                <a:lnTo>
                  <a:pt x="2390361" y="2557494"/>
                </a:lnTo>
                <a:lnTo>
                  <a:pt x="2354244" y="2574576"/>
                </a:lnTo>
                <a:lnTo>
                  <a:pt x="2316628" y="2588036"/>
                </a:lnTo>
                <a:lnTo>
                  <a:pt x="2277872" y="2597744"/>
                </a:lnTo>
                <a:lnTo>
                  <a:pt x="2238353" y="2603607"/>
                </a:lnTo>
                <a:lnTo>
                  <a:pt x="2198447" y="2605567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699818" y="3132568"/>
            <a:ext cx="2268220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1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dirty="0" sz="1800" spc="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Projections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15"/>
              </a:spcBef>
            </a:pP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Revenues:</a:t>
            </a:r>
            <a:r>
              <a:rPr dirty="0" sz="15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Trebuchet MS"/>
                <a:cs typeface="Trebuchet MS"/>
              </a:rPr>
              <a:t>₹</a:t>
            </a:r>
            <a:r>
              <a:rPr dirty="0" sz="1500" spc="55">
                <a:solidFill>
                  <a:srgbClr val="FFFFFF"/>
                </a:solidFill>
                <a:latin typeface="Times New Roman"/>
                <a:cs typeface="Times New Roman"/>
              </a:rPr>
              <a:t>80,92,800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69915" y="3920752"/>
            <a:ext cx="1528445" cy="61214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Operating</a:t>
            </a:r>
            <a:r>
              <a:rPr dirty="0" sz="15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Profits:</a:t>
            </a: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dirty="0" sz="1500" spc="55">
                <a:solidFill>
                  <a:srgbClr val="FFFFFF"/>
                </a:solidFill>
                <a:latin typeface="Trebuchet MS"/>
                <a:cs typeface="Trebuchet MS"/>
              </a:rPr>
              <a:t>₹</a:t>
            </a:r>
            <a:r>
              <a:rPr dirty="0" sz="1500" spc="55">
                <a:solidFill>
                  <a:srgbClr val="FFFFFF"/>
                </a:solidFill>
                <a:latin typeface="Times New Roman"/>
                <a:cs typeface="Times New Roman"/>
              </a:rPr>
              <a:t>3,57,120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BF0000"/>
                </a:solidFill>
              </a:rPr>
              <a:t>Financials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2981" y="5819561"/>
            <a:ext cx="953516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44195">
              <a:lnSpc>
                <a:spcPct val="100000"/>
              </a:lnSpc>
              <a:spcBef>
                <a:spcPts val="125"/>
              </a:spcBef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Revenue</a:t>
            </a:r>
            <a:r>
              <a:rPr dirty="0" spc="165"/>
              <a:t> </a:t>
            </a:r>
            <a:r>
              <a:rPr dirty="0"/>
              <a:t>Models</a:t>
            </a:r>
            <a:r>
              <a:rPr dirty="0" spc="170"/>
              <a:t> </a:t>
            </a:r>
            <a:r>
              <a:rPr dirty="0"/>
              <a:t>/</a:t>
            </a:r>
            <a:r>
              <a:rPr dirty="0" spc="165"/>
              <a:t> </a:t>
            </a:r>
            <a:r>
              <a:rPr dirty="0" spc="-10"/>
              <a:t>Pricing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44492" y="1573785"/>
            <a:ext cx="2280285" cy="14662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9220" rIns="0" bIns="0" rtlCol="0" vert="horz">
            <a:spAutoFit/>
          </a:bodyPr>
          <a:lstStyle/>
          <a:p>
            <a:pPr algn="ctr" marL="561975" marR="560070">
              <a:lnSpc>
                <a:spcPts val="1410"/>
              </a:lnSpc>
              <a:spcBef>
                <a:spcPts val="860"/>
              </a:spcBef>
            </a:pPr>
            <a:r>
              <a:rPr dirty="0" sz="1250" spc="45" b="1">
                <a:solidFill>
                  <a:srgbClr val="F16629"/>
                </a:solidFill>
                <a:latin typeface="Times New Roman"/>
                <a:cs typeface="Times New Roman"/>
              </a:rPr>
              <a:t>Revenue</a:t>
            </a:r>
            <a:r>
              <a:rPr dirty="0" sz="1250" spc="11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20" b="1">
                <a:solidFill>
                  <a:srgbClr val="F16629"/>
                </a:solidFill>
                <a:latin typeface="Times New Roman"/>
                <a:cs typeface="Times New Roman"/>
              </a:rPr>
              <a:t>Model </a:t>
            </a:r>
            <a:r>
              <a:rPr dirty="0" sz="1250" spc="35" b="1">
                <a:solidFill>
                  <a:srgbClr val="F16629"/>
                </a:solidFill>
                <a:latin typeface="Times New Roman"/>
                <a:cs typeface="Times New Roman"/>
              </a:rPr>
              <a:t>(Primary)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50" spc="45">
                <a:latin typeface="Times New Roman"/>
                <a:cs typeface="Times New Roman"/>
              </a:rPr>
              <a:t>Freemium</a:t>
            </a:r>
            <a:r>
              <a:rPr dirty="0" sz="1250" spc="12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Model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696" y="3299973"/>
            <a:ext cx="2280285" cy="14662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9220" rIns="0" bIns="0" rtlCol="0" vert="horz">
            <a:spAutoFit/>
          </a:bodyPr>
          <a:lstStyle/>
          <a:p>
            <a:pPr algn="ctr" marL="877569" marR="875665">
              <a:lnSpc>
                <a:spcPts val="1410"/>
              </a:lnSpc>
              <a:spcBef>
                <a:spcPts val="860"/>
              </a:spcBef>
            </a:pP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Unit</a:t>
            </a:r>
            <a:r>
              <a:rPr dirty="0" sz="1250" spc="254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25" b="1">
                <a:solidFill>
                  <a:srgbClr val="F16629"/>
                </a:solidFill>
                <a:latin typeface="Times New Roman"/>
                <a:cs typeface="Times New Roman"/>
              </a:rPr>
              <a:t>of </a:t>
            </a:r>
            <a:r>
              <a:rPr dirty="0" sz="1250" spc="-20" b="1">
                <a:solidFill>
                  <a:srgbClr val="F16629"/>
                </a:solidFill>
                <a:latin typeface="Times New Roman"/>
                <a:cs typeface="Times New Roman"/>
              </a:rPr>
              <a:t>Sale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50" spc="45">
                <a:latin typeface="Times New Roman"/>
                <a:cs typeface="Times New Roman"/>
              </a:rPr>
              <a:t>Monthly</a:t>
            </a:r>
            <a:r>
              <a:rPr dirty="0" sz="1250" spc="9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Subscription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1274" y="3299973"/>
            <a:ext cx="2280285" cy="14662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9220" rIns="0" bIns="0" rtlCol="0" vert="horz">
            <a:spAutoFit/>
          </a:bodyPr>
          <a:lstStyle/>
          <a:p>
            <a:pPr algn="ctr" marL="762635" marR="766445">
              <a:lnSpc>
                <a:spcPts val="1410"/>
              </a:lnSpc>
              <a:spcBef>
                <a:spcPts val="860"/>
              </a:spcBef>
            </a:pP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Sale</a:t>
            </a:r>
            <a:r>
              <a:rPr dirty="0" sz="1250" spc="25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F16629"/>
                </a:solidFill>
                <a:latin typeface="Times New Roman"/>
                <a:cs typeface="Times New Roman"/>
              </a:rPr>
              <a:t>Price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per</a:t>
            </a:r>
            <a:r>
              <a:rPr dirty="0" sz="1250" spc="18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20" b="1">
                <a:solidFill>
                  <a:srgbClr val="F16629"/>
                </a:solidFill>
                <a:latin typeface="Times New Roman"/>
                <a:cs typeface="Times New Roman"/>
              </a:rPr>
              <a:t>Unit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Times New Roman"/>
              <a:cs typeface="Times New Roman"/>
            </a:endParaRPr>
          </a:p>
          <a:p>
            <a:pPr algn="ctr" marR="3810">
              <a:lnSpc>
                <a:spcPct val="100000"/>
              </a:lnSpc>
            </a:pPr>
            <a:r>
              <a:rPr dirty="0" sz="1250" spc="95">
                <a:latin typeface="Trebuchet MS"/>
                <a:cs typeface="Trebuchet MS"/>
              </a:rPr>
              <a:t>₹</a:t>
            </a:r>
            <a:r>
              <a:rPr dirty="0" sz="1250" spc="95">
                <a:latin typeface="Times New Roman"/>
                <a:cs typeface="Times New Roman"/>
              </a:rPr>
              <a:t>99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per</a:t>
            </a:r>
            <a:r>
              <a:rPr dirty="0" sz="1250" spc="15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month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7709" y="3299973"/>
            <a:ext cx="2280285" cy="14662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9220" rIns="0" bIns="0" rtlCol="0" vert="horz">
            <a:spAutoFit/>
          </a:bodyPr>
          <a:lstStyle/>
          <a:p>
            <a:pPr algn="ctr" marL="381635" marR="374650">
              <a:lnSpc>
                <a:spcPts val="1410"/>
              </a:lnSpc>
              <a:spcBef>
                <a:spcPts val="860"/>
              </a:spcBef>
            </a:pPr>
            <a:r>
              <a:rPr dirty="0" sz="1250" spc="45" b="1">
                <a:solidFill>
                  <a:srgbClr val="F16629"/>
                </a:solidFill>
                <a:latin typeface="Times New Roman"/>
                <a:cs typeface="Times New Roman"/>
              </a:rPr>
              <a:t>Expected</a:t>
            </a:r>
            <a:r>
              <a:rPr dirty="0" sz="1250" spc="1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units</a:t>
            </a:r>
            <a:r>
              <a:rPr dirty="0" sz="1250" spc="1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to</a:t>
            </a:r>
            <a:r>
              <a:rPr dirty="0" sz="1250" spc="1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25" b="1">
                <a:solidFill>
                  <a:srgbClr val="F16629"/>
                </a:solidFill>
                <a:latin typeface="Times New Roman"/>
                <a:cs typeface="Times New Roman"/>
              </a:rPr>
              <a:t>be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sold</a:t>
            </a:r>
            <a:r>
              <a:rPr dirty="0" sz="1250" spc="18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in</a:t>
            </a:r>
            <a:r>
              <a:rPr dirty="0" sz="1250" spc="12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Year</a:t>
            </a:r>
            <a:r>
              <a:rPr dirty="0" sz="1250" spc="15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F16629"/>
                </a:solidFill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50">
                <a:latin typeface="Times New Roman"/>
                <a:cs typeface="Times New Roman"/>
              </a:rPr>
              <a:t>60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Subscriptions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2287" y="3299973"/>
            <a:ext cx="2280285" cy="14662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9220" rIns="0" bIns="0" rtlCol="0" vert="horz">
            <a:spAutoFit/>
          </a:bodyPr>
          <a:lstStyle/>
          <a:p>
            <a:pPr algn="ctr" marL="410845" marR="409575">
              <a:lnSpc>
                <a:spcPts val="1410"/>
              </a:lnSpc>
              <a:spcBef>
                <a:spcPts val="860"/>
              </a:spcBef>
            </a:pPr>
            <a:r>
              <a:rPr dirty="0" sz="1250" spc="45" b="1">
                <a:solidFill>
                  <a:srgbClr val="F16629"/>
                </a:solidFill>
                <a:latin typeface="Times New Roman"/>
                <a:cs typeface="Times New Roman"/>
              </a:rPr>
              <a:t>Expected</a:t>
            </a:r>
            <a:r>
              <a:rPr dirty="0" sz="1250" spc="23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growth</a:t>
            </a:r>
            <a:r>
              <a:rPr dirty="0" sz="1250" spc="23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25" b="1">
                <a:solidFill>
                  <a:srgbClr val="F16629"/>
                </a:solidFill>
                <a:latin typeface="Times New Roman"/>
                <a:cs typeface="Times New Roman"/>
              </a:rPr>
              <a:t>in </a:t>
            </a:r>
            <a:r>
              <a:rPr dirty="0" sz="1250" spc="45" b="1">
                <a:solidFill>
                  <a:srgbClr val="F16629"/>
                </a:solidFill>
                <a:latin typeface="Times New Roman"/>
                <a:cs typeface="Times New Roman"/>
              </a:rPr>
              <a:t>monthly</a:t>
            </a:r>
            <a:r>
              <a:rPr dirty="0" sz="1250" spc="9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F16629"/>
                </a:solidFill>
                <a:latin typeface="Times New Roman"/>
                <a:cs typeface="Times New Roman"/>
              </a:rPr>
              <a:t>sales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250">
                <a:latin typeface="Times New Roman"/>
                <a:cs typeface="Times New Roman"/>
              </a:rPr>
              <a:t>5%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per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month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Costs</a:t>
            </a:r>
            <a:r>
              <a:rPr dirty="0" spc="165"/>
              <a:t> </a:t>
            </a:r>
            <a:r>
              <a:rPr dirty="0"/>
              <a:t>&amp;</a:t>
            </a:r>
            <a:r>
              <a:rPr dirty="0" spc="165"/>
              <a:t> </a:t>
            </a:r>
            <a:r>
              <a:rPr dirty="0"/>
              <a:t>Revenues:</a:t>
            </a:r>
            <a:r>
              <a:rPr dirty="0" spc="165"/>
              <a:t> </a:t>
            </a:r>
            <a:r>
              <a:rPr dirty="0"/>
              <a:t>Key </a:t>
            </a:r>
            <a:r>
              <a:rPr dirty="0" spc="-10"/>
              <a:t>Assumptions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1060" y="1492360"/>
            <a:ext cx="7246736" cy="40711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Profit</a:t>
            </a:r>
            <a:r>
              <a:rPr dirty="0" spc="180"/>
              <a:t> </a:t>
            </a:r>
            <a:r>
              <a:rPr dirty="0"/>
              <a:t>&amp;</a:t>
            </a:r>
            <a:r>
              <a:rPr dirty="0" spc="180"/>
              <a:t> </a:t>
            </a:r>
            <a:r>
              <a:rPr dirty="0"/>
              <a:t>Loss</a:t>
            </a:r>
            <a:r>
              <a:rPr dirty="0" spc="185"/>
              <a:t> </a:t>
            </a:r>
            <a:r>
              <a:rPr dirty="0"/>
              <a:t>Projections:</a:t>
            </a:r>
            <a:r>
              <a:rPr dirty="0" spc="180"/>
              <a:t> </a:t>
            </a:r>
            <a:r>
              <a:rPr dirty="0" spc="-1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1060" y="1492360"/>
            <a:ext cx="7246736" cy="4071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Performance</a:t>
            </a:r>
            <a:r>
              <a:rPr dirty="0" spc="225"/>
              <a:t> </a:t>
            </a:r>
            <a:r>
              <a:rPr dirty="0"/>
              <a:t>&amp;</a:t>
            </a:r>
            <a:r>
              <a:rPr dirty="0" spc="229"/>
              <a:t> </a:t>
            </a:r>
            <a:r>
              <a:rPr dirty="0"/>
              <a:t>Break-Even</a:t>
            </a:r>
            <a:r>
              <a:rPr dirty="0" spc="50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6975" y="1655209"/>
          <a:ext cx="3740785" cy="366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975"/>
                <a:gridCol w="1831975"/>
              </a:tblGrid>
              <a:tr h="183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476250" marR="514984">
                        <a:lnSpc>
                          <a:spcPts val="1670"/>
                        </a:lnSpc>
                      </a:pPr>
                      <a:r>
                        <a:rPr dirty="0" sz="1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00" spc="9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sz="1500" spc="4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Revenues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R="3873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250" spc="50">
                          <a:latin typeface="Trebuchet MS"/>
                          <a:cs typeface="Trebuchet MS"/>
                        </a:rPr>
                        <a:t>₹</a:t>
                      </a:r>
                      <a:r>
                        <a:rPr dirty="0" sz="1250" spc="50">
                          <a:latin typeface="Times New Roman"/>
                          <a:cs typeface="Times New Roman"/>
                        </a:rPr>
                        <a:t>80,92,800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1423">
                      <a:solidFill>
                        <a:srgbClr val="FFFFFF"/>
                      </a:solidFill>
                      <a:prstDash val="solid"/>
                    </a:lnR>
                    <a:lnB w="81423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351790" marR="309245">
                        <a:lnSpc>
                          <a:spcPts val="1670"/>
                        </a:lnSpc>
                      </a:pPr>
                      <a:r>
                        <a:rPr dirty="0" sz="1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dirty="0" sz="1500" spc="29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3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Profits </a:t>
                      </a:r>
                      <a:r>
                        <a:rPr dirty="0" sz="1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00" spc="8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00" spc="1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6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3429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250" spc="45">
                          <a:latin typeface="Trebuchet MS"/>
                          <a:cs typeface="Trebuchet MS"/>
                        </a:rPr>
                        <a:t>₹</a:t>
                      </a:r>
                      <a:r>
                        <a:rPr dirty="0" sz="1250" spc="45">
                          <a:latin typeface="Times New Roman"/>
                          <a:cs typeface="Times New Roman"/>
                        </a:rPr>
                        <a:t>60,56,112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1423">
                      <a:solidFill>
                        <a:srgbClr val="FFFFFF"/>
                      </a:solidFill>
                      <a:prstDash val="solid"/>
                    </a:lnL>
                    <a:lnB w="81423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83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252095" marR="290830">
                        <a:lnSpc>
                          <a:spcPts val="1670"/>
                        </a:lnSpc>
                      </a:pPr>
                      <a:r>
                        <a:rPr dirty="0" sz="1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dirty="0" sz="1500" spc="16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4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Profits</a:t>
                      </a:r>
                      <a:r>
                        <a:rPr dirty="0" sz="1500" spc="16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2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50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1500" spc="95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R="3873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250" spc="55">
                          <a:latin typeface="Trebuchet MS"/>
                          <a:cs typeface="Trebuchet MS"/>
                        </a:rPr>
                        <a:t>₹</a:t>
                      </a:r>
                      <a:r>
                        <a:rPr dirty="0" sz="1250" spc="55">
                          <a:latin typeface="Times New Roman"/>
                          <a:cs typeface="Times New Roman"/>
                        </a:rPr>
                        <a:t>3,57,120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1423">
                      <a:solidFill>
                        <a:srgbClr val="FFFFFF"/>
                      </a:solidFill>
                      <a:prstDash val="solid"/>
                    </a:lnR>
                    <a:lnT w="81423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431800" marR="389255">
                        <a:lnSpc>
                          <a:spcPts val="1670"/>
                        </a:lnSpc>
                      </a:pPr>
                      <a:r>
                        <a:rPr dirty="0" sz="1500" spc="5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Break-</a:t>
                      </a:r>
                      <a:r>
                        <a:rPr dirty="0" sz="1500" spc="-2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even </a:t>
                      </a:r>
                      <a:r>
                        <a:rPr dirty="0" sz="1500" spc="-10" b="1">
                          <a:solidFill>
                            <a:srgbClr val="F16629"/>
                          </a:solidFill>
                          <a:latin typeface="Times New Roman"/>
                          <a:cs typeface="Times New Roman"/>
                        </a:rPr>
                        <a:t>Month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3492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250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dirty="0" sz="125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1423">
                      <a:solidFill>
                        <a:srgbClr val="FFFFFF"/>
                      </a:solidFill>
                      <a:prstDash val="solid"/>
                    </a:lnL>
                    <a:lnT w="81423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5537" y="2143753"/>
            <a:ext cx="4882812" cy="27277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2693" y="417564"/>
            <a:ext cx="4605020" cy="5586095"/>
            <a:chOff x="5742693" y="417564"/>
            <a:chExt cx="4605020" cy="5586095"/>
          </a:xfrm>
        </p:grpSpPr>
        <p:sp>
          <p:nvSpPr>
            <p:cNvPr id="3" name="object 3"/>
            <p:cNvSpPr/>
            <p:nvPr/>
          </p:nvSpPr>
          <p:spPr>
            <a:xfrm>
              <a:off x="8861232" y="417564"/>
              <a:ext cx="1485900" cy="5586095"/>
            </a:xfrm>
            <a:custGeom>
              <a:avLst/>
              <a:gdLst/>
              <a:ahLst/>
              <a:cxnLst/>
              <a:rect l="l" t="t" r="r" b="b"/>
              <a:pathLst>
                <a:path w="1485900" h="5586095">
                  <a:moveTo>
                    <a:pt x="1485893" y="5585686"/>
                  </a:moveTo>
                  <a:lnTo>
                    <a:pt x="0" y="5585686"/>
                  </a:lnTo>
                  <a:lnTo>
                    <a:pt x="0" y="0"/>
                  </a:lnTo>
                  <a:lnTo>
                    <a:pt x="1485893" y="0"/>
                  </a:lnTo>
                  <a:lnTo>
                    <a:pt x="1485893" y="558568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693" y="1125952"/>
              <a:ext cx="4250332" cy="416890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981" y="1166665"/>
            <a:ext cx="1628480" cy="85495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0281" y="2082198"/>
            <a:ext cx="4187825" cy="1002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400">
                <a:solidFill>
                  <a:srgbClr val="BF0000"/>
                </a:solidFill>
              </a:rPr>
              <a:t>Thank</a:t>
            </a:r>
            <a:r>
              <a:rPr dirty="0" sz="6400" spc="10">
                <a:solidFill>
                  <a:srgbClr val="BF0000"/>
                </a:solidFill>
              </a:rPr>
              <a:t> </a:t>
            </a:r>
            <a:r>
              <a:rPr dirty="0" sz="6400" spc="-650">
                <a:solidFill>
                  <a:srgbClr val="BF0000"/>
                </a:solidFill>
              </a:rPr>
              <a:t>Y</a:t>
            </a:r>
            <a:r>
              <a:rPr dirty="0" sz="6400" spc="60">
                <a:solidFill>
                  <a:srgbClr val="BF0000"/>
                </a:solidFill>
              </a:rPr>
              <a:t>ou</a:t>
            </a:r>
            <a:r>
              <a:rPr dirty="0" sz="6400" spc="20">
                <a:solidFill>
                  <a:srgbClr val="BF0000"/>
                </a:solidFill>
              </a:rPr>
              <a:t>!</a:t>
            </a:r>
            <a:endParaRPr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2026-08-08T04:06:22Z</dcterms:created>
  <dcterms:modified xsi:type="dcterms:W3CDTF">2026-08-08T04:06:22Z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2026-08-08T00:00:00Z</vt:filetime>
  </property>
  <property fmtid="{D5CDD505-2E9C-101B-9397-08002B2CF9AE}" pid="5" name="Producer">
    <vt:lpwstr>pdf-merger-js</vt:lpwstr>
  </property>
</Properties>
</file>